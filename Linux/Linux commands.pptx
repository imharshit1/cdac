
<file path=[Content_Types].xml><?xml version="1.0" encoding="utf-8"?>
<Types xmlns="http://schemas.openxmlformats.org/package/2006/content-types">
  <Default Extension="emf" ContentType="image/x-emf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71" r:id="rId3"/>
    <p:sldId id="273" r:id="rId4"/>
    <p:sldId id="257" r:id="rId5"/>
    <p:sldId id="277" r:id="rId6"/>
    <p:sldId id="266" r:id="rId7"/>
    <p:sldId id="264" r:id="rId8"/>
    <p:sldId id="269" r:id="rId9"/>
    <p:sldId id="272" r:id="rId10"/>
    <p:sldId id="267" r:id="rId11"/>
    <p:sldId id="274" r:id="rId12"/>
    <p:sldId id="265" r:id="rId13"/>
    <p:sldId id="263" r:id="rId14"/>
    <p:sldId id="261" r:id="rId15"/>
    <p:sldId id="260" r:id="rId16"/>
    <p:sldId id="259" r:id="rId17"/>
    <p:sldId id="275" r:id="rId18"/>
    <p:sldId id="270" r:id="rId19"/>
    <p:sldId id="278" r:id="rId20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864" y="66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798344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14744477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409469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47429901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297366693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17119195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2439313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9859105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11086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F1480F-3B15-C025-630A-7C5421F8131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2439313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9859105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11086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F1480F-3B15-C025-630A-7C5421F81312}" type="slidenum">
              <a:rPr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356628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2439313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9859105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11086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F1480F-3B15-C025-630A-7C5421F81312}" type="slidenum">
              <a:rPr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290307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2439313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9859105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11086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F1480F-3B15-C025-630A-7C5421F81312}" type="slidenum">
              <a:rPr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608189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3591364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1986814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/>
          </a:p>
        </p:txBody>
      </p:sp>
      <p:sp>
        <p:nvSpPr>
          <p:cNvPr id="126693704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 lang="en-US"/>
              <a:t>09-Sep-26</a:t>
            </a:fld>
            <a:endParaRPr lang="en-US"/>
          </a:p>
        </p:txBody>
      </p:sp>
      <p:sp>
        <p:nvSpPr>
          <p:cNvPr id="5822498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8301622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025793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555988200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3772004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 lang="en-US"/>
              <a:t>09-Sep-26</a:t>
            </a:fld>
            <a:endParaRPr lang="en-US"/>
          </a:p>
        </p:txBody>
      </p:sp>
      <p:sp>
        <p:nvSpPr>
          <p:cNvPr id="156028396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843657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5109127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65279526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11640826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 lang="en-US"/>
              <a:t>09-Sep-26</a:t>
            </a:fld>
            <a:endParaRPr lang="en-US"/>
          </a:p>
        </p:txBody>
      </p:sp>
      <p:sp>
        <p:nvSpPr>
          <p:cNvPr id="187066721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8121196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611052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621378810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214466767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70724411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 lang="en-US"/>
              <a:t>09-Sep-26</a:t>
            </a:fld>
            <a:endParaRPr lang="en-US"/>
          </a:p>
        </p:txBody>
      </p:sp>
      <p:sp>
        <p:nvSpPr>
          <p:cNvPr id="193214565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0699022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3772355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55291497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4650986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59615946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113532158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750912403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 lang="en-US"/>
              <a:t>09-Sep-26</a:t>
            </a:fld>
            <a:endParaRPr lang="en-US"/>
          </a:p>
        </p:txBody>
      </p:sp>
      <p:sp>
        <p:nvSpPr>
          <p:cNvPr id="1564858529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54586354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919634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020754415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 lang="en-US"/>
              <a:t>09-Sep-26</a:t>
            </a:fld>
            <a:endParaRPr lang="en-US"/>
          </a:p>
        </p:txBody>
      </p:sp>
      <p:sp>
        <p:nvSpPr>
          <p:cNvPr id="867940817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01902711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4929766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 lang="en-US"/>
              <a:t>09-Sep-26</a:t>
            </a:fld>
            <a:endParaRPr lang="en-US"/>
          </a:p>
        </p:txBody>
      </p:sp>
      <p:sp>
        <p:nvSpPr>
          <p:cNvPr id="510148617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14066558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7284419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599592042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2137389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631790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 lang="en-US"/>
              <a:t>09-Sep-26</a:t>
            </a:fld>
            <a:endParaRPr lang="en-US"/>
          </a:p>
        </p:txBody>
      </p:sp>
      <p:sp>
        <p:nvSpPr>
          <p:cNvPr id="69494076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2217466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250259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202726723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25783943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3973043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 lang="en-US"/>
              <a:t>09-Sep-26</a:t>
            </a:fld>
            <a:endParaRPr lang="en-US"/>
          </a:p>
        </p:txBody>
      </p:sp>
      <p:sp>
        <p:nvSpPr>
          <p:cNvPr id="153991478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4762589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058155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155973889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9937304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 lang="en-US"/>
              <a:t>09-Sep-26</a:t>
            </a:fld>
            <a:endParaRPr lang="en-US"/>
          </a:p>
        </p:txBody>
      </p:sp>
      <p:sp>
        <p:nvSpPr>
          <p:cNvPr id="37755297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7826844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3513401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240602258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3243901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 lang="en-US"/>
              <a:t>09-Sep-26</a:t>
            </a:fld>
            <a:endParaRPr lang="en-US"/>
          </a:p>
        </p:txBody>
      </p:sp>
      <p:sp>
        <p:nvSpPr>
          <p:cNvPr id="75423627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2001610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1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7733032" name="Title 1"/>
          <p:cNvSpPr>
            <a:spLocks noGrp="1"/>
          </p:cNvSpPr>
          <p:nvPr>
            <p:ph type="ctrTitle"/>
          </p:nvPr>
        </p:nvSpPr>
        <p:spPr bwMode="auto">
          <a:xfrm>
            <a:off x="914400" y="2130425"/>
            <a:ext cx="10363199" cy="1470025"/>
          </a:xfrm>
        </p:spPr>
        <p:txBody>
          <a:bodyPr/>
          <a:lstStyle>
            <a:lvl1pPr algn="ctr">
              <a:defRPr b="1"/>
            </a:lvl1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2072312597" name="Subtitle 2"/>
          <p:cNvSpPr>
            <a:spLocks noGrp="1"/>
          </p:cNvSpPr>
          <p:nvPr>
            <p:ph type="subTitle" idx="1"/>
          </p:nvPr>
        </p:nvSpPr>
        <p:spPr bwMode="auto">
          <a:xfrm>
            <a:off x="1828800" y="3886200"/>
            <a:ext cx="8534399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t>Click to edit Master subtitle style</a:t>
            </a:r>
          </a:p>
        </p:txBody>
      </p:sp>
      <p:sp>
        <p:nvSpPr>
          <p:cNvPr id="99272200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 lang="en-US"/>
              <a:t>09-Sep-26</a:t>
            </a:fld>
            <a:endParaRPr/>
          </a:p>
        </p:txBody>
      </p:sp>
      <p:sp>
        <p:nvSpPr>
          <p:cNvPr id="5789935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84669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053518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1487361312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t>Click to edit Master text styles</a:t>
            </a:r>
          </a:p>
          <a:p>
            <a:pPr lvl="1">
              <a:defRPr/>
            </a:pPr>
            <a:r>
              <a:t>Second level</a:t>
            </a:r>
          </a:p>
          <a:p>
            <a:pPr lvl="2">
              <a:defRPr/>
            </a:pPr>
            <a:r>
              <a:t>Third level</a:t>
            </a:r>
          </a:p>
          <a:p>
            <a:pPr lvl="3">
              <a:defRPr/>
            </a:pPr>
            <a:r>
              <a:t>Fourth level</a:t>
            </a:r>
          </a:p>
          <a:p>
            <a:pPr lvl="4">
              <a:defRPr/>
            </a:pPr>
            <a:r>
              <a:t>Fifth level</a:t>
            </a:r>
          </a:p>
        </p:txBody>
      </p:sp>
      <p:sp>
        <p:nvSpPr>
          <p:cNvPr id="19355892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 lang="en-US"/>
              <a:t>09-Sep-26</a:t>
            </a:fld>
            <a:endParaRPr/>
          </a:p>
        </p:txBody>
      </p:sp>
      <p:sp>
        <p:nvSpPr>
          <p:cNvPr id="71415665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940244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1_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567225" name="Title 1"/>
          <p:cNvSpPr>
            <a:spLocks noGrp="1"/>
          </p:cNvSpPr>
          <p:nvPr>
            <p:ph type="title"/>
          </p:nvPr>
        </p:nvSpPr>
        <p:spPr bwMode="auto">
          <a:xfrm>
            <a:off x="963083" y="4406901"/>
            <a:ext cx="10363199" cy="1362074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77137848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963083" y="2906713"/>
            <a:ext cx="10363199" cy="150018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t>Click to edit Master text styles</a:t>
            </a:r>
          </a:p>
        </p:txBody>
      </p:sp>
      <p:sp>
        <p:nvSpPr>
          <p:cNvPr id="71324252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 lang="en-US"/>
              <a:t>09-Sep-26</a:t>
            </a:fld>
            <a:endParaRPr/>
          </a:p>
        </p:txBody>
      </p:sp>
      <p:sp>
        <p:nvSpPr>
          <p:cNvPr id="50569211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035211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1_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16977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1978768009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1583497" y="1600201"/>
            <a:ext cx="4704522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t>Click to edit Master text styles</a:t>
            </a:r>
          </a:p>
          <a:p>
            <a:pPr lvl="1">
              <a:defRPr/>
            </a:pPr>
            <a:r>
              <a:t>Second level</a:t>
            </a:r>
          </a:p>
          <a:p>
            <a:pPr lvl="2">
              <a:defRPr/>
            </a:pPr>
            <a:r>
              <a:t>Third level</a:t>
            </a:r>
          </a:p>
          <a:p>
            <a:pPr lvl="3">
              <a:defRPr/>
            </a:pPr>
            <a:r>
              <a:t>Fourth level</a:t>
            </a:r>
          </a:p>
          <a:p>
            <a:pPr lvl="4">
              <a:defRPr/>
            </a:pPr>
            <a:r>
              <a:t>Fifth level</a:t>
            </a:r>
          </a:p>
        </p:txBody>
      </p:sp>
      <p:sp>
        <p:nvSpPr>
          <p:cNvPr id="178724130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576053" y="1600201"/>
            <a:ext cx="5006346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t>Click to edit Master text styles</a:t>
            </a:r>
          </a:p>
          <a:p>
            <a:pPr lvl="1">
              <a:defRPr/>
            </a:pPr>
            <a:r>
              <a:t>Second level</a:t>
            </a:r>
          </a:p>
          <a:p>
            <a:pPr lvl="2">
              <a:defRPr/>
            </a:pPr>
            <a:r>
              <a:t>Third level</a:t>
            </a:r>
          </a:p>
          <a:p>
            <a:pPr lvl="3">
              <a:defRPr/>
            </a:pPr>
            <a:r>
              <a:t>Fourth level</a:t>
            </a:r>
          </a:p>
          <a:p>
            <a:pPr lvl="4">
              <a:defRPr/>
            </a:pPr>
            <a:r>
              <a:t>Fifth level</a:t>
            </a:r>
          </a:p>
        </p:txBody>
      </p:sp>
      <p:sp>
        <p:nvSpPr>
          <p:cNvPr id="132702738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 lang="en-US"/>
              <a:t>09-Sep-26</a:t>
            </a:fld>
            <a:endParaRPr/>
          </a:p>
        </p:txBody>
      </p:sp>
      <p:sp>
        <p:nvSpPr>
          <p:cNvPr id="20123550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273450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1_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906067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116627923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583497" y="1535113"/>
            <a:ext cx="470452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t>Click to edit Master text styles</a:t>
            </a:r>
          </a:p>
        </p:txBody>
      </p:sp>
      <p:sp>
        <p:nvSpPr>
          <p:cNvPr id="714977366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1583497" y="2174874"/>
            <a:ext cx="470452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t>Click to edit Master text styles</a:t>
            </a:r>
          </a:p>
          <a:p>
            <a:pPr lvl="1">
              <a:defRPr/>
            </a:pPr>
            <a:r>
              <a:t>Second level</a:t>
            </a:r>
          </a:p>
          <a:p>
            <a:pPr lvl="2">
              <a:defRPr/>
            </a:pPr>
            <a:r>
              <a:t>Third level</a:t>
            </a:r>
          </a:p>
          <a:p>
            <a:pPr lvl="3">
              <a:defRPr/>
            </a:pPr>
            <a:r>
              <a:t>Fourth level</a:t>
            </a:r>
          </a:p>
          <a:p>
            <a:pPr lvl="4">
              <a:defRPr/>
            </a:pPr>
            <a:r>
              <a:t>Fifth level</a:t>
            </a:r>
          </a:p>
        </p:txBody>
      </p:sp>
      <p:sp>
        <p:nvSpPr>
          <p:cNvPr id="1917184319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480042" y="1535113"/>
            <a:ext cx="510235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t>Click to edit Master text styles</a:t>
            </a:r>
          </a:p>
        </p:txBody>
      </p:sp>
      <p:sp>
        <p:nvSpPr>
          <p:cNvPr id="1110437650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480042" y="2174874"/>
            <a:ext cx="510235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t>Click to edit Master text styles</a:t>
            </a:r>
          </a:p>
          <a:p>
            <a:pPr lvl="1">
              <a:defRPr/>
            </a:pPr>
            <a:r>
              <a:t>Second level</a:t>
            </a:r>
          </a:p>
          <a:p>
            <a:pPr lvl="2">
              <a:defRPr/>
            </a:pPr>
            <a:r>
              <a:t>Third level</a:t>
            </a:r>
          </a:p>
          <a:p>
            <a:pPr lvl="3">
              <a:defRPr/>
            </a:pPr>
            <a:r>
              <a:t>Fourth level</a:t>
            </a:r>
          </a:p>
          <a:p>
            <a:pPr lvl="4">
              <a:defRPr/>
            </a:pPr>
            <a:r>
              <a:t>Fifth level</a:t>
            </a:r>
          </a:p>
        </p:txBody>
      </p:sp>
      <p:sp>
        <p:nvSpPr>
          <p:cNvPr id="787203371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 lang="en-US"/>
              <a:t>09-Sep-26</a:t>
            </a:fld>
            <a:endParaRPr/>
          </a:p>
        </p:txBody>
      </p:sp>
      <p:sp>
        <p:nvSpPr>
          <p:cNvPr id="2045580129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4454106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1_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53910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1482996619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 lang="en-US"/>
              <a:t>09-Sep-26</a:t>
            </a:fld>
            <a:endParaRPr/>
          </a:p>
        </p:txBody>
      </p:sp>
      <p:sp>
        <p:nvSpPr>
          <p:cNvPr id="824753480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4576179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1_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2159080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 lang="en-US"/>
              <a:t>09-Sep-26</a:t>
            </a:fld>
            <a:endParaRPr/>
          </a:p>
        </p:txBody>
      </p:sp>
      <p:sp>
        <p:nvSpPr>
          <p:cNvPr id="1967684370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9362094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1_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0379092" name="Title 1"/>
          <p:cNvSpPr>
            <a:spLocks noGrp="1"/>
          </p:cNvSpPr>
          <p:nvPr>
            <p:ph type="title"/>
          </p:nvPr>
        </p:nvSpPr>
        <p:spPr bwMode="auto">
          <a:xfrm>
            <a:off x="1583497" y="273049"/>
            <a:ext cx="355239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1198240681" name="Content Placeholder 2"/>
          <p:cNvSpPr>
            <a:spLocks noGrp="1"/>
          </p:cNvSpPr>
          <p:nvPr>
            <p:ph idx="1"/>
          </p:nvPr>
        </p:nvSpPr>
        <p:spPr bwMode="auto">
          <a:xfrm>
            <a:off x="5327913" y="273050"/>
            <a:ext cx="6254485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t>Click to edit Master text styles</a:t>
            </a:r>
          </a:p>
          <a:p>
            <a:pPr lvl="1">
              <a:defRPr/>
            </a:pPr>
            <a:r>
              <a:t>Second level</a:t>
            </a:r>
          </a:p>
          <a:p>
            <a:pPr lvl="2">
              <a:defRPr/>
            </a:pPr>
            <a:r>
              <a:t>Third level</a:t>
            </a:r>
          </a:p>
          <a:p>
            <a:pPr lvl="3">
              <a:defRPr/>
            </a:pPr>
            <a:r>
              <a:t>Fourth level</a:t>
            </a:r>
          </a:p>
          <a:p>
            <a:pPr lvl="4">
              <a:defRPr/>
            </a:pPr>
            <a:r>
              <a:t>Fifth level</a:t>
            </a:r>
          </a:p>
        </p:txBody>
      </p:sp>
      <p:sp>
        <p:nvSpPr>
          <p:cNvPr id="1755384166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583497" y="1435101"/>
            <a:ext cx="3552394" cy="46910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t>Click to edit Master text styles</a:t>
            </a:r>
          </a:p>
        </p:txBody>
      </p:sp>
      <p:sp>
        <p:nvSpPr>
          <p:cNvPr id="161038458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 lang="en-US"/>
              <a:t>09-Sep-26</a:t>
            </a:fld>
            <a:endParaRPr/>
          </a:p>
        </p:txBody>
      </p:sp>
      <p:sp>
        <p:nvSpPr>
          <p:cNvPr id="107413266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778431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1_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1045832" name="Title 1"/>
          <p:cNvSpPr>
            <a:spLocks noGrp="1"/>
          </p:cNvSpPr>
          <p:nvPr>
            <p:ph type="title"/>
          </p:nvPr>
        </p:nvSpPr>
        <p:spPr bwMode="auto">
          <a:xfrm>
            <a:off x="1583497" y="4800600"/>
            <a:ext cx="998510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1147835749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583497" y="612774"/>
            <a:ext cx="9985109" cy="41147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/>
          </a:p>
        </p:txBody>
      </p:sp>
      <p:sp>
        <p:nvSpPr>
          <p:cNvPr id="45559263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583497" y="5367337"/>
            <a:ext cx="998510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t>Click to edit Master text styles</a:t>
            </a:r>
          </a:p>
        </p:txBody>
      </p:sp>
      <p:sp>
        <p:nvSpPr>
          <p:cNvPr id="14445305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 lang="en-US"/>
              <a:t>09-Sep-26</a:t>
            </a:fld>
            <a:endParaRPr/>
          </a:p>
        </p:txBody>
      </p:sp>
      <p:sp>
        <p:nvSpPr>
          <p:cNvPr id="60319350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417211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1_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202670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1497262751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t>Click to edit Master text styles</a:t>
            </a:r>
          </a:p>
          <a:p>
            <a:pPr lvl="1">
              <a:defRPr/>
            </a:pPr>
            <a:r>
              <a:t>Second level</a:t>
            </a:r>
          </a:p>
          <a:p>
            <a:pPr lvl="2">
              <a:defRPr/>
            </a:pPr>
            <a:r>
              <a:t>Third level</a:t>
            </a:r>
          </a:p>
          <a:p>
            <a:pPr lvl="3">
              <a:defRPr/>
            </a:pPr>
            <a:r>
              <a:t>Fourth level</a:t>
            </a:r>
          </a:p>
          <a:p>
            <a:pPr lvl="4">
              <a:defRPr/>
            </a:pPr>
            <a:r>
              <a:t>Fifth level</a:t>
            </a:r>
          </a:p>
        </p:txBody>
      </p:sp>
      <p:sp>
        <p:nvSpPr>
          <p:cNvPr id="109521622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 lang="en-US"/>
              <a:t>09-Sep-26</a:t>
            </a:fld>
            <a:endParaRPr/>
          </a:p>
        </p:txBody>
      </p:sp>
      <p:sp>
        <p:nvSpPr>
          <p:cNvPr id="147532953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289844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1_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6578889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839199" y="274638"/>
            <a:ext cx="2743200" cy="5851525"/>
          </a:xfrm>
        </p:spPr>
        <p:txBody>
          <a:bodyPr vert="eaVert"/>
          <a:lstStyle>
            <a:lvl1pPr algn="ctr">
              <a:defRPr/>
            </a:lvl1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75711297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609599" y="274638"/>
            <a:ext cx="8026399" cy="5851525"/>
          </a:xfrm>
        </p:spPr>
        <p:txBody>
          <a:bodyPr vert="eaVert"/>
          <a:lstStyle/>
          <a:p>
            <a:pPr lvl="0">
              <a:defRPr/>
            </a:pPr>
            <a:r>
              <a:t>Click to edit Master text styles</a:t>
            </a:r>
          </a:p>
          <a:p>
            <a:pPr lvl="1">
              <a:defRPr/>
            </a:pPr>
            <a:r>
              <a:t>Second level</a:t>
            </a:r>
          </a:p>
          <a:p>
            <a:pPr lvl="2">
              <a:defRPr/>
            </a:pPr>
            <a:r>
              <a:t>Third level</a:t>
            </a:r>
          </a:p>
          <a:p>
            <a:pPr lvl="3">
              <a:defRPr/>
            </a:pPr>
            <a:r>
              <a:t>Fourth level</a:t>
            </a:r>
          </a:p>
          <a:p>
            <a:pPr lvl="4">
              <a:defRPr/>
            </a:pPr>
            <a:r>
              <a:t>Fifth level</a:t>
            </a:r>
          </a:p>
        </p:txBody>
      </p:sp>
      <p:sp>
        <p:nvSpPr>
          <p:cNvPr id="47969006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 lang="en-US"/>
              <a:t>09-Sep-26</a:t>
            </a:fld>
            <a:endParaRPr/>
          </a:p>
        </p:txBody>
      </p:sp>
      <p:sp>
        <p:nvSpPr>
          <p:cNvPr id="12552596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93522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2335966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59479531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957311109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86EB4D43-F783-4E09-8208-6AA351DBC29B}" type="datetimeFigureOut">
              <a:rPr lang="en-US"/>
              <a:t>09-Sep-26</a:t>
            </a:fld>
            <a:endParaRPr lang="en-US"/>
          </a:p>
        </p:txBody>
      </p:sp>
      <p:sp>
        <p:nvSpPr>
          <p:cNvPr id="2070625826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21308277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	</a:t>
            </a:r>
            <a:fld id="{F8E3F0E9-0FC2-4DDE-87CF-3BA6A04EA4CC}" type="slidenum">
              <a:rPr/>
              <a:t>‹#›</a:t>
            </a:fld>
            <a:endParaRPr/>
          </a:p>
        </p:txBody>
      </p:sp>
      <p:sp>
        <p:nvSpPr>
          <p:cNvPr id="857509221" name="Shape 1058"/>
          <p:cNvSpPr>
            <a:spLocks noGrp="1" noChangeArrowheads="1"/>
          </p:cNvSpPr>
          <p:nvPr userDrawn="1"/>
        </p:nvSpPr>
        <p:spPr bwMode="auto">
          <a:xfrm>
            <a:off x="0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6343" y="6641"/>
                </a:moveTo>
                <a:lnTo>
                  <a:pt x="6343" y="6641"/>
                </a:lnTo>
                <a:cubicBezTo>
                  <a:pt x="7781" y="2374"/>
                  <a:pt x="8594" y="0"/>
                  <a:pt x="8594" y="0"/>
                </a:cubicBezTo>
                <a:lnTo>
                  <a:pt x="0" y="0"/>
                </a:lnTo>
                <a:lnTo>
                  <a:pt x="0" y="43200"/>
                </a:lnTo>
                <a:lnTo>
                  <a:pt x="43200" y="43200"/>
                </a:lnTo>
                <a:lnTo>
                  <a:pt x="43200" y="37760"/>
                </a:lnTo>
                <a:lnTo>
                  <a:pt x="43200" y="37760"/>
                </a:lnTo>
                <a:cubicBezTo>
                  <a:pt x="43200" y="37760"/>
                  <a:pt x="34824" y="39282"/>
                  <a:pt x="21228" y="41101"/>
                </a:cubicBezTo>
                <a:lnTo>
                  <a:pt x="21228" y="41101"/>
                </a:lnTo>
                <a:cubicBezTo>
                  <a:pt x="3446" y="43478"/>
                  <a:pt x="-5241" y="41016"/>
                  <a:pt x="6343" y="6641"/>
                </a:cubicBezTo>
                <a:close/>
              </a:path>
            </a:pathLst>
          </a:custGeom>
          <a:solidFill>
            <a:schemeClr val="accent1"/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881021620" name="Shape 1059"/>
          <p:cNvSpPr>
            <a:spLocks noGrp="1" noChangeArrowheads="1"/>
          </p:cNvSpPr>
          <p:nvPr userDrawn="1"/>
        </p:nvSpPr>
        <p:spPr bwMode="auto">
          <a:xfrm>
            <a:off x="0" y="0"/>
            <a:ext cx="12191999" cy="6858000"/>
          </a:xfrm>
        </p:spPr>
      </p:sp>
      <p:sp>
        <p:nvSpPr>
          <p:cNvPr id="1928360171" name="Shape 1060"/>
          <p:cNvSpPr>
            <a:spLocks noGrp="1" noChangeArrowheads="1"/>
          </p:cNvSpPr>
          <p:nvPr userDrawn="1"/>
        </p:nvSpPr>
        <p:spPr bwMode="auto">
          <a:xfrm>
            <a:off x="0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22361" y="36777"/>
                </a:moveTo>
                <a:lnTo>
                  <a:pt x="22361" y="36777"/>
                </a:lnTo>
                <a:cubicBezTo>
                  <a:pt x="5219" y="39070"/>
                  <a:pt x="-2372" y="36412"/>
                  <a:pt x="7775" y="6299"/>
                </a:cubicBezTo>
                <a:lnTo>
                  <a:pt x="7775" y="6299"/>
                </a:lnTo>
                <a:cubicBezTo>
                  <a:pt x="9119" y="2311"/>
                  <a:pt x="9892" y="58"/>
                  <a:pt x="9911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3612"/>
                </a:lnTo>
                <a:lnTo>
                  <a:pt x="43200" y="33612"/>
                </a:lnTo>
                <a:cubicBezTo>
                  <a:pt x="43110" y="33630"/>
                  <a:pt x="35168" y="35065"/>
                  <a:pt x="22361" y="36777"/>
                </a:cubicBezTo>
                <a:close/>
              </a:path>
            </a:pathLst>
          </a:custGeom>
          <a:solidFill>
            <a:schemeClr val="accent1">
              <a:alpha val="9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904888084" name="Shape 1061"/>
          <p:cNvSpPr>
            <a:spLocks noGrp="1" noChangeArrowheads="1"/>
          </p:cNvSpPr>
          <p:nvPr userDrawn="1"/>
        </p:nvSpPr>
        <p:spPr bwMode="auto">
          <a:xfrm>
            <a:off x="0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22276" y="37156"/>
                </a:moveTo>
                <a:lnTo>
                  <a:pt x="22276" y="37156"/>
                </a:lnTo>
                <a:cubicBezTo>
                  <a:pt x="5093" y="39454"/>
                  <a:pt x="-2596" y="36819"/>
                  <a:pt x="7680" y="6325"/>
                </a:cubicBezTo>
                <a:lnTo>
                  <a:pt x="7680" y="6325"/>
                </a:lnTo>
                <a:cubicBezTo>
                  <a:pt x="9010" y="2380"/>
                  <a:pt x="9781" y="117"/>
                  <a:pt x="9819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3980"/>
                </a:lnTo>
                <a:lnTo>
                  <a:pt x="43200" y="33980"/>
                </a:lnTo>
                <a:cubicBezTo>
                  <a:pt x="43020" y="34016"/>
                  <a:pt x="35046" y="35449"/>
                  <a:pt x="22276" y="37156"/>
                </a:cubicBezTo>
                <a:close/>
              </a:path>
            </a:pathLst>
          </a:custGeom>
          <a:solidFill>
            <a:schemeClr val="accent1">
              <a:alpha val="18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310045847" name="Shape 1062"/>
          <p:cNvSpPr>
            <a:spLocks noGrp="1" noChangeArrowheads="1"/>
          </p:cNvSpPr>
          <p:nvPr userDrawn="1"/>
        </p:nvSpPr>
        <p:spPr bwMode="auto">
          <a:xfrm>
            <a:off x="0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22192" y="37535"/>
                </a:moveTo>
                <a:lnTo>
                  <a:pt x="22192" y="37535"/>
                </a:lnTo>
                <a:cubicBezTo>
                  <a:pt x="4968" y="39839"/>
                  <a:pt x="-2820" y="37226"/>
                  <a:pt x="7585" y="6350"/>
                </a:cubicBezTo>
                <a:lnTo>
                  <a:pt x="7585" y="6350"/>
                </a:lnTo>
                <a:cubicBezTo>
                  <a:pt x="8900" y="2448"/>
                  <a:pt x="9670" y="176"/>
                  <a:pt x="9726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4348"/>
                </a:lnTo>
                <a:lnTo>
                  <a:pt x="43200" y="34348"/>
                </a:lnTo>
                <a:cubicBezTo>
                  <a:pt x="42885" y="34402"/>
                  <a:pt x="34924" y="35833"/>
                  <a:pt x="22192" y="37535"/>
                </a:cubicBezTo>
                <a:close/>
              </a:path>
            </a:pathLst>
          </a:custGeom>
          <a:solidFill>
            <a:schemeClr val="accent1">
              <a:alpha val="26998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585150927" name="Shape 1063"/>
          <p:cNvSpPr>
            <a:spLocks noGrp="1" noChangeArrowheads="1"/>
          </p:cNvSpPr>
          <p:nvPr userDrawn="1"/>
        </p:nvSpPr>
        <p:spPr bwMode="auto">
          <a:xfrm>
            <a:off x="0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22107" y="37914"/>
                </a:moveTo>
                <a:lnTo>
                  <a:pt x="22107" y="37914"/>
                </a:lnTo>
                <a:cubicBezTo>
                  <a:pt x="4842" y="40223"/>
                  <a:pt x="-3044" y="37634"/>
                  <a:pt x="7490" y="6376"/>
                </a:cubicBezTo>
                <a:lnTo>
                  <a:pt x="7490" y="6376"/>
                </a:lnTo>
                <a:cubicBezTo>
                  <a:pt x="8790" y="2517"/>
                  <a:pt x="9559" y="235"/>
                  <a:pt x="9634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4717"/>
                </a:lnTo>
                <a:lnTo>
                  <a:pt x="43200" y="34717"/>
                </a:lnTo>
                <a:cubicBezTo>
                  <a:pt x="42795" y="34789"/>
                  <a:pt x="34802" y="36217"/>
                  <a:pt x="22107" y="37914"/>
                </a:cubicBezTo>
                <a:close/>
              </a:path>
            </a:pathLst>
          </a:custGeom>
          <a:solidFill>
            <a:schemeClr val="accent1">
              <a:alpha val="36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993101397" name="Shape 1064"/>
          <p:cNvSpPr>
            <a:spLocks noGrp="1" noChangeArrowheads="1"/>
          </p:cNvSpPr>
          <p:nvPr userDrawn="1"/>
        </p:nvSpPr>
        <p:spPr bwMode="auto">
          <a:xfrm>
            <a:off x="0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22022" y="38293"/>
                </a:moveTo>
                <a:lnTo>
                  <a:pt x="22022" y="38293"/>
                </a:lnTo>
                <a:cubicBezTo>
                  <a:pt x="4717" y="40608"/>
                  <a:pt x="-3267" y="38041"/>
                  <a:pt x="7394" y="6401"/>
                </a:cubicBezTo>
                <a:lnTo>
                  <a:pt x="7394" y="6401"/>
                </a:lnTo>
                <a:cubicBezTo>
                  <a:pt x="8680" y="2586"/>
                  <a:pt x="9448" y="293"/>
                  <a:pt x="9542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5085"/>
                </a:lnTo>
                <a:lnTo>
                  <a:pt x="43200" y="35085"/>
                </a:lnTo>
                <a:cubicBezTo>
                  <a:pt x="42705" y="35175"/>
                  <a:pt x="34680" y="36601"/>
                  <a:pt x="22022" y="38293"/>
                </a:cubicBezTo>
                <a:close/>
              </a:path>
            </a:pathLst>
          </a:custGeom>
          <a:solidFill>
            <a:schemeClr val="accent1">
              <a:alpha val="4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47387942" name="Shape 1065"/>
          <p:cNvSpPr>
            <a:spLocks noGrp="1" noChangeArrowheads="1"/>
          </p:cNvSpPr>
          <p:nvPr userDrawn="1"/>
        </p:nvSpPr>
        <p:spPr bwMode="auto">
          <a:xfrm>
            <a:off x="0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21937" y="38673"/>
                </a:moveTo>
                <a:lnTo>
                  <a:pt x="21937" y="38673"/>
                </a:lnTo>
                <a:cubicBezTo>
                  <a:pt x="4591" y="40992"/>
                  <a:pt x="-3491" y="38448"/>
                  <a:pt x="7299" y="6427"/>
                </a:cubicBezTo>
                <a:lnTo>
                  <a:pt x="7299" y="6427"/>
                </a:lnTo>
                <a:cubicBezTo>
                  <a:pt x="8570" y="2655"/>
                  <a:pt x="9336" y="352"/>
                  <a:pt x="9449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5453"/>
                </a:lnTo>
                <a:lnTo>
                  <a:pt x="43200" y="35453"/>
                </a:lnTo>
                <a:cubicBezTo>
                  <a:pt x="42570" y="35561"/>
                  <a:pt x="34558" y="36985"/>
                  <a:pt x="21937" y="38673"/>
                </a:cubicBezTo>
                <a:close/>
              </a:path>
            </a:pathLst>
          </a:custGeom>
          <a:solidFill>
            <a:schemeClr val="accent1">
              <a:alpha val="5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563737535" name="Shape 1066"/>
          <p:cNvSpPr>
            <a:spLocks noGrp="1" noChangeArrowheads="1"/>
          </p:cNvSpPr>
          <p:nvPr userDrawn="1"/>
        </p:nvSpPr>
        <p:spPr bwMode="auto">
          <a:xfrm>
            <a:off x="0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21853" y="39052"/>
                </a:moveTo>
                <a:lnTo>
                  <a:pt x="21853" y="39052"/>
                </a:lnTo>
                <a:cubicBezTo>
                  <a:pt x="4466" y="41377"/>
                  <a:pt x="-3715" y="38855"/>
                  <a:pt x="7204" y="6453"/>
                </a:cubicBezTo>
                <a:lnTo>
                  <a:pt x="7204" y="6453"/>
                </a:lnTo>
                <a:cubicBezTo>
                  <a:pt x="8461" y="2724"/>
                  <a:pt x="9225" y="411"/>
                  <a:pt x="9357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5822"/>
                </a:lnTo>
                <a:lnTo>
                  <a:pt x="43200" y="35822"/>
                </a:lnTo>
                <a:cubicBezTo>
                  <a:pt x="42480" y="35948"/>
                  <a:pt x="34436" y="37369"/>
                  <a:pt x="21853" y="39052"/>
                </a:cubicBezTo>
                <a:close/>
              </a:path>
            </a:pathLst>
          </a:custGeom>
          <a:solidFill>
            <a:schemeClr val="accent1">
              <a:alpha val="63999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907825763" name="Shape 1067"/>
          <p:cNvSpPr>
            <a:spLocks noGrp="1" noChangeArrowheads="1"/>
          </p:cNvSpPr>
          <p:nvPr userDrawn="1"/>
        </p:nvSpPr>
        <p:spPr bwMode="auto">
          <a:xfrm>
            <a:off x="0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21768" y="39431"/>
                </a:moveTo>
                <a:lnTo>
                  <a:pt x="21768" y="39431"/>
                </a:lnTo>
                <a:cubicBezTo>
                  <a:pt x="4340" y="41761"/>
                  <a:pt x="-3939" y="39262"/>
                  <a:pt x="7109" y="6478"/>
                </a:cubicBezTo>
                <a:lnTo>
                  <a:pt x="7109" y="6478"/>
                </a:lnTo>
                <a:cubicBezTo>
                  <a:pt x="8351" y="2792"/>
                  <a:pt x="9114" y="470"/>
                  <a:pt x="9265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6190"/>
                </a:lnTo>
                <a:lnTo>
                  <a:pt x="43200" y="36190"/>
                </a:lnTo>
                <a:cubicBezTo>
                  <a:pt x="42390" y="36334"/>
                  <a:pt x="34314" y="37753"/>
                  <a:pt x="21768" y="39431"/>
                </a:cubicBezTo>
                <a:close/>
              </a:path>
            </a:pathLst>
          </a:custGeom>
          <a:solidFill>
            <a:schemeClr val="accent1">
              <a:alpha val="73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091221264" name="Shape 1068"/>
          <p:cNvSpPr>
            <a:spLocks noGrp="1" noChangeArrowheads="1"/>
          </p:cNvSpPr>
          <p:nvPr userDrawn="1"/>
        </p:nvSpPr>
        <p:spPr bwMode="auto">
          <a:xfrm>
            <a:off x="0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21683" y="39810"/>
                </a:moveTo>
                <a:lnTo>
                  <a:pt x="21683" y="39810"/>
                </a:lnTo>
                <a:cubicBezTo>
                  <a:pt x="4214" y="42146"/>
                  <a:pt x="-4163" y="39669"/>
                  <a:pt x="7014" y="6504"/>
                </a:cubicBezTo>
                <a:lnTo>
                  <a:pt x="7014" y="6504"/>
                </a:lnTo>
                <a:cubicBezTo>
                  <a:pt x="8241" y="2861"/>
                  <a:pt x="9003" y="528"/>
                  <a:pt x="9172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6558"/>
                </a:lnTo>
                <a:lnTo>
                  <a:pt x="43200" y="36558"/>
                </a:lnTo>
                <a:cubicBezTo>
                  <a:pt x="42300" y="36720"/>
                  <a:pt x="34192" y="38137"/>
                  <a:pt x="21683" y="39810"/>
                </a:cubicBezTo>
                <a:close/>
              </a:path>
            </a:pathLst>
          </a:custGeom>
          <a:solidFill>
            <a:schemeClr val="accent1">
              <a:alpha val="82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662083106" name="Shape 1069"/>
          <p:cNvSpPr>
            <a:spLocks noGrp="1" noChangeArrowheads="1"/>
          </p:cNvSpPr>
          <p:nvPr userDrawn="1"/>
        </p:nvSpPr>
        <p:spPr bwMode="auto">
          <a:xfrm>
            <a:off x="0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21599" y="40189"/>
                </a:moveTo>
                <a:lnTo>
                  <a:pt x="21599" y="40189"/>
                </a:lnTo>
                <a:cubicBezTo>
                  <a:pt x="4089" y="42530"/>
                  <a:pt x="-4386" y="40077"/>
                  <a:pt x="6918" y="6529"/>
                </a:cubicBezTo>
                <a:lnTo>
                  <a:pt x="6918" y="6529"/>
                </a:lnTo>
                <a:cubicBezTo>
                  <a:pt x="8131" y="2930"/>
                  <a:pt x="8892" y="587"/>
                  <a:pt x="9080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6926"/>
                </a:lnTo>
                <a:lnTo>
                  <a:pt x="43200" y="36926"/>
                </a:lnTo>
                <a:cubicBezTo>
                  <a:pt x="42165" y="37107"/>
                  <a:pt x="34070" y="38521"/>
                  <a:pt x="21599" y="40189"/>
                </a:cubicBezTo>
                <a:close/>
              </a:path>
            </a:pathLst>
          </a:custGeom>
          <a:solidFill>
            <a:schemeClr val="accent1">
              <a:alpha val="91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591706101" name="Shape 1070"/>
          <p:cNvSpPr>
            <a:spLocks noGrp="1" noChangeArrowheads="1"/>
          </p:cNvSpPr>
          <p:nvPr userDrawn="1"/>
        </p:nvSpPr>
        <p:spPr bwMode="auto">
          <a:xfrm>
            <a:off x="0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21514" y="40568"/>
                </a:moveTo>
                <a:lnTo>
                  <a:pt x="21514" y="40568"/>
                </a:lnTo>
                <a:cubicBezTo>
                  <a:pt x="3963" y="42915"/>
                  <a:pt x="-4610" y="40484"/>
                  <a:pt x="6823" y="6555"/>
                </a:cubicBezTo>
                <a:lnTo>
                  <a:pt x="6823" y="6555"/>
                </a:lnTo>
                <a:cubicBezTo>
                  <a:pt x="8022" y="2999"/>
                  <a:pt x="8781" y="646"/>
                  <a:pt x="8988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7295"/>
                </a:lnTo>
                <a:lnTo>
                  <a:pt x="43200" y="37295"/>
                </a:lnTo>
                <a:cubicBezTo>
                  <a:pt x="42075" y="37493"/>
                  <a:pt x="33948" y="38905"/>
                  <a:pt x="21514" y="40568"/>
                </a:cubicBezTo>
                <a:close/>
              </a:path>
            </a:pathLst>
          </a:custGeom>
          <a:solidFill>
            <a:schemeClr val="accent1"/>
          </a:solidFill>
          <a:ln w="9524">
            <a:solidFill>
              <a:srgbClr val="000000"/>
            </a:solidFill>
            <a:round/>
            <a:headEnd/>
            <a:tailEnd/>
          </a:ln>
        </p:spPr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hf sldNum="0" hdr="0" ftr="0" dt="0"/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8691227" name="Title 1"/>
          <p:cNvSpPr>
            <a:spLocks noGrp="1"/>
          </p:cNvSpPr>
          <p:nvPr>
            <p:ph type="ctrTitle"/>
          </p:nvPr>
        </p:nvSpPr>
        <p:spPr bwMode="auto">
          <a:xfrm>
            <a:off x="2023335" y="4104867"/>
            <a:ext cx="9144000" cy="110568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>
                <a:latin typeface="Algerian"/>
              </a:rPr>
              <a:t>Linux commands</a:t>
            </a: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84E8840-6451-49B9-A8A6-C91FEA58AE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1428" y="638274"/>
            <a:ext cx="4762500" cy="23812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8691227" name="Title 1"/>
          <p:cNvSpPr>
            <a:spLocks noGrp="1"/>
          </p:cNvSpPr>
          <p:nvPr>
            <p:ph type="ctrTitle"/>
          </p:nvPr>
        </p:nvSpPr>
        <p:spPr bwMode="auto">
          <a:xfrm>
            <a:off x="1995626" y="428794"/>
            <a:ext cx="9144000" cy="110568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>
                <a:latin typeface="Algerian"/>
              </a:rPr>
              <a:t>Linux commands</a:t>
            </a:r>
            <a:endParaRPr/>
          </a:p>
        </p:txBody>
      </p:sp>
      <p:sp>
        <p:nvSpPr>
          <p:cNvPr id="1748891043" name="Subtitle 2"/>
          <p:cNvSpPr>
            <a:spLocks noGrp="1"/>
          </p:cNvSpPr>
          <p:nvPr>
            <p:ph type="subTitle" idx="1"/>
          </p:nvPr>
        </p:nvSpPr>
        <p:spPr bwMode="auto">
          <a:xfrm>
            <a:off x="2249342" y="2346752"/>
            <a:ext cx="9361339" cy="2164495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/>
          </a:bodyPr>
          <a:lstStyle/>
          <a:p>
            <a:pPr marL="457200" indent="-457200" algn="l">
              <a:buFont typeface="Wingdings" panose="05000000000000000000" pitchFamily="2" charset="2"/>
              <a:buChar char="§"/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Command line</a:t>
            </a:r>
          </a:p>
          <a:p>
            <a:pPr marL="457200" indent="-457200" algn="l">
              <a:buFont typeface="Wingdings" panose="05000000000000000000" pitchFamily="2" charset="2"/>
              <a:buChar char="§"/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buFont typeface="Wingdings" panose="05000000000000000000" pitchFamily="2" charset="2"/>
              <a:buChar char="§"/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 interface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defRPr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42702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8691227" name="Title 1"/>
          <p:cNvSpPr>
            <a:spLocks noGrp="1"/>
          </p:cNvSpPr>
          <p:nvPr>
            <p:ph type="ctrTitle"/>
          </p:nvPr>
        </p:nvSpPr>
        <p:spPr bwMode="auto">
          <a:xfrm>
            <a:off x="1995626" y="428794"/>
            <a:ext cx="9144000" cy="110568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>
                <a:latin typeface="Algerian"/>
              </a:rPr>
              <a:t>Linux commands</a:t>
            </a:r>
            <a:endParaRPr/>
          </a:p>
        </p:txBody>
      </p:sp>
      <p:sp>
        <p:nvSpPr>
          <p:cNvPr id="1748891043" name="Subtitle 2"/>
          <p:cNvSpPr>
            <a:spLocks noGrp="1"/>
          </p:cNvSpPr>
          <p:nvPr>
            <p:ph type="subTitle" idx="1"/>
          </p:nvPr>
        </p:nvSpPr>
        <p:spPr bwMode="auto">
          <a:xfrm>
            <a:off x="1778287" y="1640887"/>
            <a:ext cx="9361339" cy="3567607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/>
          </a:bodyPr>
          <a:lstStyle/>
          <a:p>
            <a:pPr marL="457200" indent="-457200" algn="l">
              <a:buFont typeface="Wingdings" panose="05000000000000000000" pitchFamily="2" charset="2"/>
              <a:buChar char="§"/>
              <a:defRPr/>
            </a:pPr>
            <a:r>
              <a:rPr sz="2600" b="0" i="0" u="none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Hardware information commands</a:t>
            </a:r>
            <a:endParaRPr sz="4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buFont typeface="Wingdings" panose="05000000000000000000" pitchFamily="2" charset="2"/>
              <a:buChar char="§"/>
              <a:defRPr/>
            </a:pPr>
            <a:r>
              <a:rPr sz="2600" b="0" i="0" u="none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Searching commands</a:t>
            </a:r>
            <a:endParaRPr sz="4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buFont typeface="Wingdings" panose="05000000000000000000" pitchFamily="2" charset="2"/>
              <a:buChar char="§"/>
              <a:defRPr/>
            </a:pPr>
            <a:r>
              <a:rPr sz="2600" b="0" i="0" u="none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File commands</a:t>
            </a:r>
            <a:endParaRPr sz="4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buFont typeface="Wingdings" panose="05000000000000000000" pitchFamily="2" charset="2"/>
              <a:buChar char="§"/>
              <a:defRPr/>
            </a:pPr>
            <a:r>
              <a:rPr sz="2600" b="0" i="0" u="none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Compression commands</a:t>
            </a:r>
            <a:endParaRPr sz="4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buFont typeface="Wingdings" panose="05000000000000000000" pitchFamily="2" charset="2"/>
              <a:buChar char="§"/>
              <a:defRPr/>
            </a:pPr>
            <a:r>
              <a:rPr sz="2600" b="0" i="0" u="none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Copy commands</a:t>
            </a:r>
            <a:endParaRPr lang="en-US" sz="2600" b="0" i="0" u="none" dirty="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457200" indent="-457200" algn="l">
              <a:buFont typeface="Wingdings" panose="05000000000000000000" pitchFamily="2" charset="2"/>
              <a:buChar char="§"/>
              <a:defRPr/>
            </a:pPr>
            <a:r>
              <a:rPr lang="en-US" sz="2600" b="0" i="0" u="none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User and group </a:t>
            </a:r>
            <a:r>
              <a:rPr lang="en-US" sz="2600" b="0" i="0" u="none" dirty="0" err="1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mgmt</a:t>
            </a:r>
            <a:r>
              <a:rPr lang="en-US" sz="2600" b="0" i="0" u="none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commands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buFont typeface="Wingdings" panose="05000000000000000000" pitchFamily="2" charset="2"/>
              <a:buChar char="§"/>
              <a:defRPr/>
            </a:pPr>
            <a:r>
              <a:rPr lang="en-US" sz="2600" b="0" i="0" u="none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Package commands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buFont typeface="Wingdings" panose="05000000000000000000" pitchFamily="2" charset="2"/>
              <a:buChar char="§"/>
              <a:defRPr/>
            </a:pPr>
            <a:endParaRPr sz="4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defRPr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65235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8691227" name="Title 1"/>
          <p:cNvSpPr>
            <a:spLocks noGrp="1"/>
          </p:cNvSpPr>
          <p:nvPr>
            <p:ph type="ctrTitle"/>
          </p:nvPr>
        </p:nvSpPr>
        <p:spPr bwMode="auto">
          <a:xfrm>
            <a:off x="1995626" y="428794"/>
            <a:ext cx="9144000" cy="110568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>
                <a:latin typeface="Algerian"/>
              </a:rPr>
              <a:t>Linux commands</a:t>
            </a:r>
            <a:endParaRPr/>
          </a:p>
        </p:txBody>
      </p:sp>
      <p:sp>
        <p:nvSpPr>
          <p:cNvPr id="1748891043" name="Subtitle 2"/>
          <p:cNvSpPr>
            <a:spLocks noGrp="1"/>
          </p:cNvSpPr>
          <p:nvPr>
            <p:ph type="subTitle" idx="1"/>
          </p:nvPr>
        </p:nvSpPr>
        <p:spPr bwMode="auto">
          <a:xfrm>
            <a:off x="1778287" y="1640887"/>
            <a:ext cx="9361339" cy="3594501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/>
          </a:bodyPr>
          <a:lstStyle/>
          <a:p>
            <a:pPr marL="457200" indent="-457200" algn="l">
              <a:buFont typeface="Wingdings" panose="05000000000000000000" pitchFamily="2" charset="2"/>
              <a:buChar char="§"/>
              <a:defRPr/>
            </a:pPr>
            <a:r>
              <a:rPr lang="en-US" b="0" i="0" u="none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Process commands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buFont typeface="Wingdings" panose="05000000000000000000" pitchFamily="2" charset="2"/>
              <a:buChar char="§"/>
              <a:defRPr/>
            </a:pPr>
            <a:r>
              <a:rPr lang="en-US" b="0" i="0" u="none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System management commands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buFont typeface="Wingdings" panose="05000000000000000000" pitchFamily="2" charset="2"/>
              <a:buChar char="§"/>
              <a:defRPr/>
            </a:pPr>
            <a:r>
              <a:rPr lang="en-US" b="0" i="0" u="none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Disk usage commands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buFont typeface="Wingdings" panose="05000000000000000000" pitchFamily="2" charset="2"/>
              <a:buChar char="§"/>
              <a:defRPr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</a:t>
            </a:r>
            <a:r>
              <a:rPr lang="en-US" b="0" i="0" u="none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ermission commands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buFont typeface="Wingdings" panose="05000000000000000000" pitchFamily="2" charset="2"/>
              <a:buChar char="§"/>
              <a:defRPr/>
            </a:pPr>
            <a:r>
              <a:rPr lang="en-US" b="0" i="0" u="none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Network commands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buFont typeface="Wingdings" panose="05000000000000000000" pitchFamily="2" charset="2"/>
              <a:buChar char="§"/>
              <a:defRPr/>
            </a:pPr>
            <a:r>
              <a:rPr lang="en-US" b="0" i="0" u="none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General commands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buFont typeface="Wingdings" panose="05000000000000000000" pitchFamily="2" charset="2"/>
              <a:buChar char="§"/>
              <a:defRPr/>
            </a:pPr>
            <a:r>
              <a:rPr lang="en-US" b="0" i="0" u="none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Keyboard shortcuts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8164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C774E-B790-4E0F-BE61-EE88AC201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</a:t>
            </a:r>
            <a:r>
              <a:rPr lang="en-US" sz="3600" dirty="0">
                <a:latin typeface="Algerian" panose="04020705040A02060702" pitchFamily="82" charset="0"/>
              </a:rPr>
              <a:t>hardware info Commands</a:t>
            </a:r>
            <a:endParaRPr lang="en-US" dirty="0">
              <a:latin typeface="Algerian" panose="04020705040A02060702" pitchFamily="82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94F6B79-5905-43C3-AE8F-2D487C45C5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40868" y="2154936"/>
            <a:ext cx="5942076" cy="2548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022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C774E-B790-4E0F-BE61-EE88AC201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</a:t>
            </a:r>
            <a:r>
              <a:rPr lang="en-US" sz="3600" dirty="0">
                <a:latin typeface="Algerian" panose="04020705040A02060702" pitchFamily="82" charset="0"/>
              </a:rPr>
              <a:t>search Commands</a:t>
            </a:r>
            <a:endParaRPr lang="en-US" dirty="0">
              <a:latin typeface="Algerian" panose="04020705040A02060702" pitchFamily="82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DF46319-08BC-4E2F-AEE2-841D7019F0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81200" y="2241177"/>
            <a:ext cx="6754144" cy="2150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5815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C774E-B790-4E0F-BE61-EE88AC201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</a:t>
            </a:r>
            <a:r>
              <a:rPr lang="en-US" sz="3600" dirty="0">
                <a:latin typeface="Algerian" panose="04020705040A02060702" pitchFamily="82" charset="0"/>
              </a:rPr>
              <a:t>file &amp; directory Commands</a:t>
            </a:r>
            <a:endParaRPr lang="en-US" dirty="0">
              <a:latin typeface="Algerian" panose="04020705040A02060702" pitchFamily="82" charset="0"/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492A0294-C150-451C-9030-A90D0342644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990165" y="1568822"/>
          <a:ext cx="8812306" cy="3877640"/>
        </p:xfrm>
        <a:graphic>
          <a:graphicData uri="http://schemas.openxmlformats.org/drawingml/2006/table">
            <a:tbl>
              <a:tblPr firstRow="1" firstCol="1" bandRow="1"/>
              <a:tblGrid>
                <a:gridCol w="2384611">
                  <a:extLst>
                    <a:ext uri="{9D8B030D-6E8A-4147-A177-3AD203B41FA5}">
                      <a16:colId xmlns:a16="http://schemas.microsoft.com/office/drawing/2014/main" val="353804802"/>
                    </a:ext>
                  </a:extLst>
                </a:gridCol>
                <a:gridCol w="6427695">
                  <a:extLst>
                    <a:ext uri="{9D8B030D-6E8A-4147-A177-3AD203B41FA5}">
                      <a16:colId xmlns:a16="http://schemas.microsoft.com/office/drawing/2014/main" val="2390224107"/>
                    </a:ext>
                  </a:extLst>
                </a:gridCol>
              </a:tblGrid>
              <a:tr h="29828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ls </a:t>
                      </a:r>
                      <a:endParaRPr lang="en-IN" sz="12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400" i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Directory listing</a:t>
                      </a:r>
                      <a:endParaRPr lang="en-IN" sz="1200" i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2220381"/>
                  </a:ext>
                </a:extLst>
              </a:tr>
              <a:tr h="29828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4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ls</a:t>
                      </a:r>
                      <a:r>
                        <a:rPr lang="en-IN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-al </a:t>
                      </a:r>
                      <a:endParaRPr lang="en-IN" sz="12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400" i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Formatted listing with hidden files</a:t>
                      </a:r>
                      <a:endParaRPr lang="en-IN" sz="1200" i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208225"/>
                  </a:ext>
                </a:extLst>
              </a:tr>
              <a:tr h="29828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4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ls</a:t>
                      </a:r>
                      <a:r>
                        <a:rPr lang="en-IN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-</a:t>
                      </a:r>
                      <a:r>
                        <a:rPr lang="en-IN" sz="14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lt</a:t>
                      </a:r>
                      <a:r>
                        <a:rPr lang="en-IN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IN" sz="12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400" i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Sorting the Formatted listing by time modification</a:t>
                      </a:r>
                      <a:endParaRPr lang="en-IN" sz="1200" i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8796887"/>
                  </a:ext>
                </a:extLst>
              </a:tr>
              <a:tr h="29828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cd </a:t>
                      </a:r>
                      <a:r>
                        <a:rPr lang="en-IN" sz="14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dir</a:t>
                      </a:r>
                      <a:r>
                        <a:rPr lang="en-IN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IN" sz="12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400" i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Change directory to </a:t>
                      </a:r>
                      <a:r>
                        <a:rPr lang="en-IN" sz="1400" i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dir</a:t>
                      </a:r>
                      <a:endParaRPr lang="en-IN" sz="1200" i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256990"/>
                  </a:ext>
                </a:extLst>
              </a:tr>
              <a:tr h="29828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cd </a:t>
                      </a:r>
                      <a:endParaRPr lang="en-IN" sz="12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400" i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Change to home directory</a:t>
                      </a:r>
                      <a:endParaRPr lang="en-IN" sz="1200" i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7815773"/>
                  </a:ext>
                </a:extLst>
              </a:tr>
              <a:tr h="29828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4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pwd</a:t>
                      </a:r>
                      <a:r>
                        <a:rPr lang="en-IN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IN" sz="12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400" i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Show current working directory</a:t>
                      </a:r>
                      <a:endParaRPr lang="en-IN" sz="1200" i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082773"/>
                  </a:ext>
                </a:extLst>
              </a:tr>
              <a:tr h="29828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4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mkdir</a:t>
                      </a:r>
                      <a:r>
                        <a:rPr lang="en-IN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4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dir</a:t>
                      </a:r>
                      <a:r>
                        <a:rPr lang="en-IN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IN" sz="12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400" i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Creating a directory </a:t>
                      </a:r>
                      <a:r>
                        <a:rPr lang="en-IN" sz="1400" i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dir</a:t>
                      </a:r>
                      <a:endParaRPr lang="en-IN" sz="1200" i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6444913"/>
                  </a:ext>
                </a:extLst>
              </a:tr>
              <a:tr h="29828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more file </a:t>
                      </a:r>
                      <a:endParaRPr lang="en-IN" sz="12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400" i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Output the contents of the file</a:t>
                      </a:r>
                      <a:endParaRPr lang="en-IN" sz="1200" i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8906363"/>
                  </a:ext>
                </a:extLst>
              </a:tr>
              <a:tr h="29828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 file </a:t>
                      </a:r>
                      <a:endParaRPr lang="en-IN" sz="12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400" i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Output the first 10 lines of the file</a:t>
                      </a:r>
                      <a:endParaRPr lang="en-IN" sz="1200" i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1716328"/>
                  </a:ext>
                </a:extLst>
              </a:tr>
              <a:tr h="29828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tail file </a:t>
                      </a:r>
                      <a:endParaRPr lang="en-IN" sz="12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400" i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Output the last 10 lines of the file</a:t>
                      </a:r>
                      <a:endParaRPr lang="en-IN" sz="1200" i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0191141"/>
                  </a:ext>
                </a:extLst>
              </a:tr>
              <a:tr h="29828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tail -f file </a:t>
                      </a:r>
                      <a:endParaRPr lang="en-IN" sz="12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400" i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Output the contents of file as it grows, starting with the last 10 lines </a:t>
                      </a:r>
                      <a:endParaRPr lang="en-IN" sz="1200" i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1149495"/>
                  </a:ext>
                </a:extLst>
              </a:tr>
              <a:tr h="29828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touch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i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Create empty file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7784892"/>
                  </a:ext>
                </a:extLst>
              </a:tr>
              <a:tr h="29828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rm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i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Delete file/</a:t>
                      </a:r>
                      <a:r>
                        <a:rPr lang="en-IN" sz="1200" i="1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dir</a:t>
                      </a:r>
                      <a:endParaRPr lang="en-IN" sz="1200" i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38057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43679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C774E-B790-4E0F-BE61-EE88AC201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</a:t>
            </a:r>
            <a:r>
              <a:rPr lang="en-US" sz="3600" dirty="0">
                <a:latin typeface="Algerian" panose="04020705040A02060702" pitchFamily="82" charset="0"/>
              </a:rPr>
              <a:t>compression Commands</a:t>
            </a:r>
            <a:endParaRPr lang="en-US" dirty="0">
              <a:latin typeface="Algerian" panose="04020705040A02060702" pitchFamily="82" charset="0"/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492A0294-C150-451C-9030-A90D0342644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309091" y="2339788"/>
          <a:ext cx="6755534" cy="1816575"/>
        </p:xfrm>
        <a:graphic>
          <a:graphicData uri="http://schemas.openxmlformats.org/drawingml/2006/table">
            <a:tbl>
              <a:tblPr firstRow="1" firstCol="1" bandRow="1"/>
              <a:tblGrid>
                <a:gridCol w="3377767">
                  <a:extLst>
                    <a:ext uri="{9D8B030D-6E8A-4147-A177-3AD203B41FA5}">
                      <a16:colId xmlns:a16="http://schemas.microsoft.com/office/drawing/2014/main" val="353804802"/>
                    </a:ext>
                  </a:extLst>
                </a:gridCol>
                <a:gridCol w="3377767">
                  <a:extLst>
                    <a:ext uri="{9D8B030D-6E8A-4147-A177-3AD203B41FA5}">
                      <a16:colId xmlns:a16="http://schemas.microsoft.com/office/drawing/2014/main" val="2390224107"/>
                    </a:ext>
                  </a:extLst>
                </a:gridCol>
              </a:tblGrid>
              <a:tr h="36331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gzip</a:t>
                      </a: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&amp; </a:t>
                      </a:r>
                      <a:r>
                        <a:rPr lang="en-US" sz="1400" b="1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gunzip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i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GNU zip command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2220381"/>
                  </a:ext>
                </a:extLst>
              </a:tr>
              <a:tr h="36331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bzip2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i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File &amp; directory usage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208225"/>
                  </a:ext>
                </a:extLst>
              </a:tr>
              <a:tr h="36331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Compress &amp; </a:t>
                      </a:r>
                      <a:r>
                        <a:rPr lang="en-US" sz="1400" b="1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uncompress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i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Compress the files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8796887"/>
                  </a:ext>
                </a:extLst>
              </a:tr>
              <a:tr h="36331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tar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i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Tape archive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256990"/>
                  </a:ext>
                </a:extLst>
              </a:tr>
              <a:tr h="36331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zip &amp; unzip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i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Compressing files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78157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53767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C774E-B790-4E0F-BE61-EE88AC201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</a:t>
            </a:r>
            <a:r>
              <a:rPr lang="en-US" sz="3600" dirty="0">
                <a:latin typeface="Algerian" panose="04020705040A02060702" pitchFamily="82" charset="0"/>
              </a:rPr>
              <a:t>copy Commands</a:t>
            </a:r>
            <a:endParaRPr lang="en-US" dirty="0">
              <a:latin typeface="Algerian" panose="04020705040A02060702" pitchFamily="82" charset="0"/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492A0294-C150-451C-9030-A90D0342644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309091" y="2339788"/>
          <a:ext cx="6755534" cy="2216308"/>
        </p:xfrm>
        <a:graphic>
          <a:graphicData uri="http://schemas.openxmlformats.org/drawingml/2006/table">
            <a:tbl>
              <a:tblPr firstRow="1" firstCol="1" bandRow="1"/>
              <a:tblGrid>
                <a:gridCol w="3377767">
                  <a:extLst>
                    <a:ext uri="{9D8B030D-6E8A-4147-A177-3AD203B41FA5}">
                      <a16:colId xmlns:a16="http://schemas.microsoft.com/office/drawing/2014/main" val="353804802"/>
                    </a:ext>
                  </a:extLst>
                </a:gridCol>
                <a:gridCol w="3377767">
                  <a:extLst>
                    <a:ext uri="{9D8B030D-6E8A-4147-A177-3AD203B41FA5}">
                      <a16:colId xmlns:a16="http://schemas.microsoft.com/office/drawing/2014/main" val="2390224107"/>
                    </a:ext>
                  </a:extLst>
                </a:gridCol>
              </a:tblGrid>
              <a:tr h="36331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cp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i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Copy source to destination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2220381"/>
                  </a:ext>
                </a:extLst>
              </a:tr>
              <a:tr h="36331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mv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i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Rename the file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208225"/>
                  </a:ext>
                </a:extLst>
              </a:tr>
              <a:tr h="36331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rsync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i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Sync the files from source to destination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8796887"/>
                  </a:ext>
                </a:extLst>
              </a:tr>
              <a:tr h="36331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scp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i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Secure copy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256990"/>
                  </a:ext>
                </a:extLst>
              </a:tr>
              <a:tr h="36331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&lt;ctrl&gt; + &lt;shift&gt; +  c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i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Copy the text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7815773"/>
                  </a:ext>
                </a:extLst>
              </a:tr>
              <a:tr h="36331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&lt;ctrl&gt; + &lt;shift&gt; +  v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i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Paste the text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56599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15356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C774E-B790-4E0F-BE61-EE88AC201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</a:t>
            </a:r>
            <a:r>
              <a:rPr lang="en-US" sz="3600" dirty="0">
                <a:latin typeface="Algerian" panose="04020705040A02060702" pitchFamily="82" charset="0"/>
              </a:rPr>
              <a:t>user &amp; group </a:t>
            </a:r>
            <a:r>
              <a:rPr lang="en-US" sz="3600" dirty="0" err="1">
                <a:latin typeface="Algerian" panose="04020705040A02060702" pitchFamily="82" charset="0"/>
              </a:rPr>
              <a:t>mgmt</a:t>
            </a:r>
            <a:r>
              <a:rPr lang="en-US" sz="3600" dirty="0">
                <a:latin typeface="Algerian" panose="04020705040A02060702" pitchFamily="82" charset="0"/>
              </a:rPr>
              <a:t> Commands</a:t>
            </a:r>
            <a:endParaRPr lang="en-US" dirty="0">
              <a:latin typeface="Algerian" panose="04020705040A02060702" pitchFamily="82" charset="0"/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492A0294-C150-451C-9030-A90D0342644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309091" y="2339788"/>
          <a:ext cx="6755534" cy="2179890"/>
        </p:xfrm>
        <a:graphic>
          <a:graphicData uri="http://schemas.openxmlformats.org/drawingml/2006/table">
            <a:tbl>
              <a:tblPr firstRow="1" firstCol="1" bandRow="1"/>
              <a:tblGrid>
                <a:gridCol w="3377767">
                  <a:extLst>
                    <a:ext uri="{9D8B030D-6E8A-4147-A177-3AD203B41FA5}">
                      <a16:colId xmlns:a16="http://schemas.microsoft.com/office/drawing/2014/main" val="353804802"/>
                    </a:ext>
                  </a:extLst>
                </a:gridCol>
                <a:gridCol w="3377767">
                  <a:extLst>
                    <a:ext uri="{9D8B030D-6E8A-4147-A177-3AD203B41FA5}">
                      <a16:colId xmlns:a16="http://schemas.microsoft.com/office/drawing/2014/main" val="2390224107"/>
                    </a:ext>
                  </a:extLst>
                </a:gridCol>
              </a:tblGrid>
              <a:tr h="36331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useradd</a:t>
                      </a: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&amp; </a:t>
                      </a:r>
                      <a:r>
                        <a:rPr lang="en-US" sz="1400" b="1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userdel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i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Adding and deleting users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2220381"/>
                  </a:ext>
                </a:extLst>
              </a:tr>
              <a:tr h="36331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groupadd</a:t>
                      </a: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&amp; </a:t>
                      </a:r>
                      <a:r>
                        <a:rPr lang="en-US" sz="1400" b="1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groupdel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i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Adding &amp; deleting groups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208225"/>
                  </a:ext>
                </a:extLst>
              </a:tr>
              <a:tr h="36331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w, who, </a:t>
                      </a:r>
                      <a:r>
                        <a:rPr lang="en-US" sz="1400" b="1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whoami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i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List of logged in users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8796887"/>
                  </a:ext>
                </a:extLst>
              </a:tr>
              <a:tr h="36331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id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i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Displays UID of user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256990"/>
                  </a:ext>
                </a:extLst>
              </a:tr>
              <a:tr h="36331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passwd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i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Change user password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7815773"/>
                  </a:ext>
                </a:extLst>
              </a:tr>
              <a:tr h="36331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usermod</a:t>
                      </a: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&amp; </a:t>
                      </a:r>
                      <a:r>
                        <a:rPr lang="en-US" sz="1400" b="1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groupmod</a:t>
                      </a:r>
                      <a:endParaRPr lang="en-US" sz="14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i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Change user and group parameters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57927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21251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C774E-B790-4E0F-BE61-EE88AC201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</a:t>
            </a:r>
            <a:r>
              <a:rPr lang="en-US" sz="3600" dirty="0">
                <a:latin typeface="Algerian" panose="04020705040A02060702" pitchFamily="82" charset="0"/>
              </a:rPr>
              <a:t>package Commands</a:t>
            </a:r>
            <a:endParaRPr lang="en-US" dirty="0">
              <a:latin typeface="Algerian" panose="04020705040A02060702" pitchFamily="82" charset="0"/>
            </a:endParaRP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C1D8EBF8-00D4-4704-8AED-2C0BE7FF9D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21397" y="1856509"/>
            <a:ext cx="6453147" cy="2669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2249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C774E-B790-4E0F-BE61-EE88AC201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</a:t>
            </a:r>
            <a:r>
              <a:rPr lang="en-US" sz="3600" dirty="0">
                <a:latin typeface="Algerian" panose="04020705040A02060702" pitchFamily="82" charset="0"/>
              </a:rPr>
              <a:t>process Commands</a:t>
            </a:r>
            <a:endParaRPr lang="en-US" dirty="0">
              <a:latin typeface="Algerian" panose="04020705040A02060702" pitchFamily="82" charset="0"/>
            </a:endParaRP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495E55B6-5601-49D7-8970-570597752E3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948081" y="2187388"/>
          <a:ext cx="7074460" cy="3072543"/>
        </p:xfrm>
        <a:graphic>
          <a:graphicData uri="http://schemas.openxmlformats.org/drawingml/2006/table">
            <a:tbl>
              <a:tblPr firstRow="1" firstCol="1" bandRow="1"/>
              <a:tblGrid>
                <a:gridCol w="3537230">
                  <a:extLst>
                    <a:ext uri="{9D8B030D-6E8A-4147-A177-3AD203B41FA5}">
                      <a16:colId xmlns:a16="http://schemas.microsoft.com/office/drawing/2014/main" val="674651986"/>
                    </a:ext>
                  </a:extLst>
                </a:gridCol>
                <a:gridCol w="3537230">
                  <a:extLst>
                    <a:ext uri="{9D8B030D-6E8A-4147-A177-3AD203B41FA5}">
                      <a16:colId xmlns:a16="http://schemas.microsoft.com/office/drawing/2014/main" val="1004290591"/>
                    </a:ext>
                  </a:extLst>
                </a:gridCol>
              </a:tblGrid>
              <a:tr h="51425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ps 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 i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To display the currently working processes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9588334"/>
                  </a:ext>
                </a:extLst>
              </a:tr>
              <a:tr h="25063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top 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 i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top Display all running process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6866690"/>
                  </a:ext>
                </a:extLst>
              </a:tr>
              <a:tr h="25063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kill pid 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 i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Kill the process with given pid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9073774"/>
                  </a:ext>
                </a:extLst>
              </a:tr>
              <a:tr h="25063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killall proc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 i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Kill all the process named proc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4185213"/>
                  </a:ext>
                </a:extLst>
              </a:tr>
              <a:tr h="51425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pkill pattern 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 i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Will kill all processes matching the pattern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5823741"/>
                  </a:ext>
                </a:extLst>
              </a:tr>
              <a:tr h="77787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bg 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 i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List stopped or background jobs,resume a stopped jobs in background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2500001"/>
                  </a:ext>
                </a:extLst>
              </a:tr>
              <a:tr h="51425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fg 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 i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Brings the most recent job to foreground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47760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50252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C774E-B790-4E0F-BE61-EE88AC201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</a:t>
            </a:r>
            <a:r>
              <a:rPr lang="en-US" sz="3600" dirty="0">
                <a:latin typeface="Algerian" panose="04020705040A02060702" pitchFamily="82" charset="0"/>
              </a:rPr>
              <a:t>System </a:t>
            </a:r>
            <a:r>
              <a:rPr lang="en-US" sz="3600" dirty="0" err="1">
                <a:latin typeface="Algerian" panose="04020705040A02060702" pitchFamily="82" charset="0"/>
              </a:rPr>
              <a:t>mgmt</a:t>
            </a:r>
            <a:r>
              <a:rPr lang="en-US" sz="3600" dirty="0">
                <a:latin typeface="Algerian" panose="04020705040A02060702" pitchFamily="82" charset="0"/>
              </a:rPr>
              <a:t> Commands</a:t>
            </a:r>
            <a:endParaRPr lang="en-US" dirty="0">
              <a:latin typeface="Algerian" panose="04020705040A02060702" pitchFamily="82" charset="0"/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492A0294-C150-451C-9030-A90D0342644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581835" y="2339788"/>
          <a:ext cx="6482790" cy="2746720"/>
        </p:xfrm>
        <a:graphic>
          <a:graphicData uri="http://schemas.openxmlformats.org/drawingml/2006/table">
            <a:tbl>
              <a:tblPr firstRow="1" firstCol="1" bandRow="1"/>
              <a:tblGrid>
                <a:gridCol w="3241395">
                  <a:extLst>
                    <a:ext uri="{9D8B030D-6E8A-4147-A177-3AD203B41FA5}">
                      <a16:colId xmlns:a16="http://schemas.microsoft.com/office/drawing/2014/main" val="353804802"/>
                    </a:ext>
                  </a:extLst>
                </a:gridCol>
                <a:gridCol w="3241395">
                  <a:extLst>
                    <a:ext uri="{9D8B030D-6E8A-4147-A177-3AD203B41FA5}">
                      <a16:colId xmlns:a16="http://schemas.microsoft.com/office/drawing/2014/main" val="2390224107"/>
                    </a:ext>
                  </a:extLst>
                </a:gridCol>
              </a:tblGrid>
              <a:tr h="27467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uname -r and uname -a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i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IP address of network interfaces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2220381"/>
                  </a:ext>
                </a:extLst>
              </a:tr>
              <a:tr h="27467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uptime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i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Checks connectivity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208225"/>
                  </a:ext>
                </a:extLst>
              </a:tr>
              <a:tr h="27467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hostname 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i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Local IP address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8796887"/>
                  </a:ext>
                </a:extLst>
              </a:tr>
              <a:tr h="27467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Last reboot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i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Domainname resolver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256990"/>
                  </a:ext>
                </a:extLst>
              </a:tr>
              <a:tr h="27467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date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i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Network information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7815773"/>
                  </a:ext>
                </a:extLst>
              </a:tr>
              <a:tr h="27467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timedatectl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i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List network addresses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082773"/>
                  </a:ext>
                </a:extLst>
              </a:tr>
              <a:tr h="27467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w and whoami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i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Users logged in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6444913"/>
                  </a:ext>
                </a:extLst>
              </a:tr>
              <a:tr h="27467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shutdown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i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Stop the system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8906363"/>
                  </a:ext>
                </a:extLst>
              </a:tr>
              <a:tr h="27467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poweroff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i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Stop the system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1716328"/>
                  </a:ext>
                </a:extLst>
              </a:tr>
              <a:tr h="27467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cal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i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calendar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01911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26692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C774E-B790-4E0F-BE61-EE88AC201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</a:t>
            </a:r>
            <a:r>
              <a:rPr lang="en-US" sz="3600" dirty="0">
                <a:latin typeface="Algerian" panose="04020705040A02060702" pitchFamily="82" charset="0"/>
              </a:rPr>
              <a:t>disk usage Commands</a:t>
            </a:r>
            <a:endParaRPr lang="en-US" dirty="0">
              <a:latin typeface="Algerian" panose="04020705040A02060702" pitchFamily="82" charset="0"/>
            </a:endParaRP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932B8F80-3CBB-4268-BFB2-21F4A04124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97336724"/>
              </p:ext>
            </p:extLst>
          </p:nvPr>
        </p:nvGraphicFramePr>
        <p:xfrm>
          <a:off x="2501153" y="2519082"/>
          <a:ext cx="6563472" cy="2429784"/>
        </p:xfrm>
        <a:graphic>
          <a:graphicData uri="http://schemas.openxmlformats.org/drawingml/2006/table">
            <a:tbl>
              <a:tblPr firstRow="1" firstCol="1" bandRow="1"/>
              <a:tblGrid>
                <a:gridCol w="3281736">
                  <a:extLst>
                    <a:ext uri="{9D8B030D-6E8A-4147-A177-3AD203B41FA5}">
                      <a16:colId xmlns:a16="http://schemas.microsoft.com/office/drawing/2014/main" val="1252178258"/>
                    </a:ext>
                  </a:extLst>
                </a:gridCol>
                <a:gridCol w="3281736">
                  <a:extLst>
                    <a:ext uri="{9D8B030D-6E8A-4147-A177-3AD203B41FA5}">
                      <a16:colId xmlns:a16="http://schemas.microsoft.com/office/drawing/2014/main" val="1080904535"/>
                    </a:ext>
                  </a:extLst>
                </a:gridCol>
              </a:tblGrid>
              <a:tr h="40496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df -h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i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Shows free and used space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2551815"/>
                  </a:ext>
                </a:extLst>
              </a:tr>
              <a:tr h="40496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df -i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i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Shows inode details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1353944"/>
                  </a:ext>
                </a:extLst>
              </a:tr>
              <a:tr h="40496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du -sh *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i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Shows files size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5612179"/>
                  </a:ext>
                </a:extLst>
              </a:tr>
              <a:tr h="40496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showmount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i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Shows disk mount details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262384"/>
                  </a:ext>
                </a:extLst>
              </a:tr>
              <a:tr h="40496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fdisk</a:t>
                      </a: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-l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i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Shows partitions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5464956"/>
                  </a:ext>
                </a:extLst>
              </a:tr>
              <a:tr h="40496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Mount and 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umount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Mount and unmount filesystems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73932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54787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C774E-B790-4E0F-BE61-EE88AC201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</a:t>
            </a:r>
            <a:r>
              <a:rPr lang="en-US" sz="3600" dirty="0">
                <a:latin typeface="Algerian" panose="04020705040A02060702" pitchFamily="82" charset="0"/>
              </a:rPr>
              <a:t>permission Commands</a:t>
            </a:r>
            <a:endParaRPr lang="en-US" dirty="0">
              <a:latin typeface="Algerian" panose="04020705040A02060702" pitchFamily="82" charset="0"/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0AB36537-6094-4E70-B7C7-221A0FDF5EB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528047" y="2554941"/>
          <a:ext cx="6536578" cy="2331096"/>
        </p:xfrm>
        <a:graphic>
          <a:graphicData uri="http://schemas.openxmlformats.org/drawingml/2006/table">
            <a:tbl>
              <a:tblPr firstRow="1" firstCol="1" bandRow="1"/>
              <a:tblGrid>
                <a:gridCol w="3268289">
                  <a:extLst>
                    <a:ext uri="{9D8B030D-6E8A-4147-A177-3AD203B41FA5}">
                      <a16:colId xmlns:a16="http://schemas.microsoft.com/office/drawing/2014/main" val="436370189"/>
                    </a:ext>
                  </a:extLst>
                </a:gridCol>
                <a:gridCol w="3268289">
                  <a:extLst>
                    <a:ext uri="{9D8B030D-6E8A-4147-A177-3AD203B41FA5}">
                      <a16:colId xmlns:a16="http://schemas.microsoft.com/office/drawing/2014/main" val="1427285959"/>
                    </a:ext>
                  </a:extLst>
                </a:gridCol>
              </a:tblGrid>
              <a:tr h="58277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chmod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i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Change permissions for file/</a:t>
                      </a:r>
                      <a:r>
                        <a:rPr lang="en-US" sz="1400" i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dir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9488668"/>
                  </a:ext>
                </a:extLst>
              </a:tr>
              <a:tr h="58277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chown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i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Change owner for file/</a:t>
                      </a:r>
                      <a:r>
                        <a:rPr lang="en-US" sz="1400" i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dir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7134913"/>
                  </a:ext>
                </a:extLst>
              </a:tr>
              <a:tr h="58277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sudo</a:t>
                      </a:r>
                      <a:endParaRPr lang="en-US" sz="14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i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Enable as root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0540185"/>
                  </a:ext>
                </a:extLst>
              </a:tr>
              <a:tr h="58277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chgrp</a:t>
                      </a:r>
                      <a:endParaRPr lang="en-US" sz="14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i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Change group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70041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39188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C774E-B790-4E0F-BE61-EE88AC201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</a:t>
            </a:r>
            <a:r>
              <a:rPr lang="en-US" sz="3600" dirty="0">
                <a:latin typeface="Algerian" panose="04020705040A02060702" pitchFamily="82" charset="0"/>
              </a:rPr>
              <a:t>Network Commands</a:t>
            </a:r>
            <a:endParaRPr lang="en-US" dirty="0">
              <a:latin typeface="Algerian" panose="04020705040A02060702" pitchFamily="82" charset="0"/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3E38A250-2C86-4184-82DE-F3DF063E9D8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80553020"/>
              </p:ext>
            </p:extLst>
          </p:nvPr>
        </p:nvGraphicFramePr>
        <p:xfrm>
          <a:off x="2474259" y="2178424"/>
          <a:ext cx="7243482" cy="2473998"/>
        </p:xfrm>
        <a:graphic>
          <a:graphicData uri="http://schemas.openxmlformats.org/drawingml/2006/table">
            <a:tbl>
              <a:tblPr firstRow="1" firstCol="1" bandRow="1"/>
              <a:tblGrid>
                <a:gridCol w="3621741">
                  <a:extLst>
                    <a:ext uri="{9D8B030D-6E8A-4147-A177-3AD203B41FA5}">
                      <a16:colId xmlns:a16="http://schemas.microsoft.com/office/drawing/2014/main" val="790849660"/>
                    </a:ext>
                  </a:extLst>
                </a:gridCol>
                <a:gridCol w="3621741">
                  <a:extLst>
                    <a:ext uri="{9D8B030D-6E8A-4147-A177-3AD203B41FA5}">
                      <a16:colId xmlns:a16="http://schemas.microsoft.com/office/drawing/2014/main" val="3715369098"/>
                    </a:ext>
                  </a:extLst>
                </a:gridCol>
              </a:tblGrid>
              <a:tr h="41233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ifconfig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i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IP address of network interfaces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4068727"/>
                  </a:ext>
                </a:extLst>
              </a:tr>
              <a:tr h="41233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ping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i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Checks connectivity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4788136"/>
                  </a:ext>
                </a:extLst>
              </a:tr>
              <a:tr h="41233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hostname -I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i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Local IP address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7674598"/>
                  </a:ext>
                </a:extLst>
              </a:tr>
              <a:tr h="41233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nslookup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i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Domainname resolver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7134009"/>
                  </a:ext>
                </a:extLst>
              </a:tr>
              <a:tr h="41233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netstat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i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Network information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7717940"/>
                  </a:ext>
                </a:extLst>
              </a:tr>
              <a:tr h="41233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ip addr show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i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List network addresses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1786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24430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C774E-B790-4E0F-BE61-EE88AC201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</a:t>
            </a:r>
            <a:r>
              <a:rPr lang="en-US" sz="3600" dirty="0">
                <a:latin typeface="Algerian" panose="04020705040A02060702" pitchFamily="82" charset="0"/>
              </a:rPr>
              <a:t>General Commands</a:t>
            </a:r>
            <a:endParaRPr lang="en-US" dirty="0">
              <a:latin typeface="Algerian" panose="04020705040A02060702" pitchFamily="82" charset="0"/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492A0294-C150-451C-9030-A90D0342644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54705628"/>
              </p:ext>
            </p:extLst>
          </p:nvPr>
        </p:nvGraphicFramePr>
        <p:xfrm>
          <a:off x="2309091" y="2339788"/>
          <a:ext cx="6755534" cy="2543205"/>
        </p:xfrm>
        <a:graphic>
          <a:graphicData uri="http://schemas.openxmlformats.org/drawingml/2006/table">
            <a:tbl>
              <a:tblPr firstRow="1" firstCol="1" bandRow="1"/>
              <a:tblGrid>
                <a:gridCol w="3377767">
                  <a:extLst>
                    <a:ext uri="{9D8B030D-6E8A-4147-A177-3AD203B41FA5}">
                      <a16:colId xmlns:a16="http://schemas.microsoft.com/office/drawing/2014/main" val="353804802"/>
                    </a:ext>
                  </a:extLst>
                </a:gridCol>
                <a:gridCol w="3377767">
                  <a:extLst>
                    <a:ext uri="{9D8B030D-6E8A-4147-A177-3AD203B41FA5}">
                      <a16:colId xmlns:a16="http://schemas.microsoft.com/office/drawing/2014/main" val="2390224107"/>
                    </a:ext>
                  </a:extLst>
                </a:gridCol>
              </a:tblGrid>
              <a:tr h="36331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wall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i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To send messages to all users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2220381"/>
                  </a:ext>
                </a:extLst>
              </a:tr>
              <a:tr h="36331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date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i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To display date and time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208225"/>
                  </a:ext>
                </a:extLst>
              </a:tr>
              <a:tr h="36331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mail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i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To send mails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8796887"/>
                  </a:ext>
                </a:extLst>
              </a:tr>
              <a:tr h="36331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man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i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Manual of commands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256990"/>
                  </a:ext>
                </a:extLst>
              </a:tr>
              <a:tr h="36331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printenv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i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Print environment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7815773"/>
                  </a:ext>
                </a:extLst>
              </a:tr>
              <a:tr h="36331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echo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i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Display on screen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5792776"/>
                  </a:ext>
                </a:extLst>
              </a:tr>
              <a:tr h="36331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en-US" sz="14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hich</a:t>
                      </a:r>
                      <a:endParaRPr lang="en-US" sz="14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i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Path of command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43890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82687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C774E-B790-4E0F-BE61-EE88AC201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</a:t>
            </a:r>
            <a:r>
              <a:rPr lang="en-US" sz="3600" dirty="0">
                <a:latin typeface="Algerian" panose="04020705040A02060702" pitchFamily="82" charset="0"/>
              </a:rPr>
              <a:t>keyboard shortcut Commands</a:t>
            </a:r>
            <a:endParaRPr lang="en-US" dirty="0">
              <a:latin typeface="Algerian" panose="04020705040A02060702" pitchFamily="82" charset="0"/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492A0294-C150-451C-9030-A90D0342644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37046544"/>
              </p:ext>
            </p:extLst>
          </p:nvPr>
        </p:nvGraphicFramePr>
        <p:xfrm>
          <a:off x="2309091" y="2339788"/>
          <a:ext cx="6755534" cy="2216308"/>
        </p:xfrm>
        <a:graphic>
          <a:graphicData uri="http://schemas.openxmlformats.org/drawingml/2006/table">
            <a:tbl>
              <a:tblPr firstRow="1" firstCol="1" bandRow="1"/>
              <a:tblGrid>
                <a:gridCol w="3377767">
                  <a:extLst>
                    <a:ext uri="{9D8B030D-6E8A-4147-A177-3AD203B41FA5}">
                      <a16:colId xmlns:a16="http://schemas.microsoft.com/office/drawing/2014/main" val="353804802"/>
                    </a:ext>
                  </a:extLst>
                </a:gridCol>
                <a:gridCol w="3377767">
                  <a:extLst>
                    <a:ext uri="{9D8B030D-6E8A-4147-A177-3AD203B41FA5}">
                      <a16:colId xmlns:a16="http://schemas.microsoft.com/office/drawing/2014/main" val="2390224107"/>
                    </a:ext>
                  </a:extLst>
                </a:gridCol>
              </a:tblGrid>
              <a:tr h="36331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&lt;ctrl&gt; + c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i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Cancels the operation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2220381"/>
                  </a:ext>
                </a:extLst>
              </a:tr>
              <a:tr h="36331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&lt;ctrl&gt; + d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i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Logout from current session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208225"/>
                  </a:ext>
                </a:extLst>
              </a:tr>
              <a:tr h="36331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&lt;ctrl&gt; + z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i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Stop current command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8796887"/>
                  </a:ext>
                </a:extLst>
              </a:tr>
              <a:tr h="36331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!!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i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Repeat last command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256990"/>
                  </a:ext>
                </a:extLst>
              </a:tr>
              <a:tr h="36331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&lt;ctrl&gt; + u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i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Erase line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7815773"/>
                  </a:ext>
                </a:extLst>
              </a:tr>
              <a:tr h="36331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&lt;ctrl&gt; + w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i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Erase one word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56599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62027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C53EB-02B3-43AC-8B97-F0F00F234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9636" y="275478"/>
            <a:ext cx="6288741" cy="728570"/>
          </a:xfrm>
        </p:spPr>
        <p:txBody>
          <a:bodyPr/>
          <a:lstStyle/>
          <a:p>
            <a:r>
              <a:rPr lang="en-US" dirty="0" err="1"/>
              <a:t>tput</a:t>
            </a:r>
            <a:r>
              <a:rPr lang="en-US" dirty="0"/>
              <a:t> command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895523-6EE0-46CF-804B-22244BDFAB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8483" y="1172648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utility that makes terminal-dependent information available to the shell</a:t>
            </a:r>
            <a:r>
              <a:rPr lang="en-US" sz="2000" b="0" i="0" dirty="0"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providing a portable way to control terminal features such as </a:t>
            </a:r>
            <a:r>
              <a:rPr lang="en-US" sz="2000" b="1" i="0" dirty="0"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cursor positioning</a:t>
            </a:r>
            <a:r>
              <a:rPr lang="en-US" sz="2000" b="0" i="0" dirty="0"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sz="2000" b="1" i="0" dirty="0"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text attributes</a:t>
            </a:r>
            <a:r>
              <a:rPr lang="en-US" sz="2000" b="0" i="0" dirty="0"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(colors, bold, underline), and </a:t>
            </a:r>
            <a:r>
              <a:rPr lang="en-US" sz="2000" b="1" i="0" dirty="0"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screen </a:t>
            </a:r>
            <a:r>
              <a:rPr lang="en-US" sz="2000" b="1" i="0"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clearing.</a:t>
            </a:r>
          </a:p>
          <a:p>
            <a:pPr marL="0" indent="0">
              <a:buNone/>
            </a:pPr>
            <a:endParaRPr lang="en-US" sz="2000" b="1" i="0" dirty="0">
              <a:solidFill>
                <a:srgbClr val="0A0A0A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 b="1" i="1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tput</a:t>
            </a:r>
            <a:r>
              <a:rPr lang="en-US" sz="1600" b="1" i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clear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 b="1" i="1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tput</a:t>
            </a:r>
            <a:r>
              <a:rPr lang="en-US" sz="1600" b="1" i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cols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 b="1" i="1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tput</a:t>
            </a:r>
            <a:r>
              <a:rPr lang="en-US" sz="1600" b="1" i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reset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 b="1" i="1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tput</a:t>
            </a:r>
            <a:r>
              <a:rPr lang="en-US" sz="1600" b="1" i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lines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 b="1" i="1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tput</a:t>
            </a:r>
            <a:r>
              <a:rPr lang="en-US" sz="1600" b="1" i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bold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 b="1" i="1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tput</a:t>
            </a:r>
            <a:r>
              <a:rPr lang="en-US" sz="1600" b="1" i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i="1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smul</a:t>
            </a:r>
            <a:endParaRPr lang="en-US" sz="1600" b="1" i="1" dirty="0">
              <a:solidFill>
                <a:srgbClr val="0A0A0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 b="1" i="1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tput</a:t>
            </a:r>
            <a:r>
              <a:rPr lang="en-US" sz="1600" b="1" i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i="1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rmul</a:t>
            </a:r>
            <a:endParaRPr lang="en-US" sz="1600" b="1" i="1" dirty="0">
              <a:solidFill>
                <a:srgbClr val="0A0A0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b="1" dirty="0">
              <a:solidFill>
                <a:srgbClr val="0A0A0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61834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327</TotalTime>
  <Words>630</Words>
  <Application>Microsoft Office PowerPoint</Application>
  <PresentationFormat>Widescreen</PresentationFormat>
  <Paragraphs>201</Paragraphs>
  <Slides>19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Algerian</vt:lpstr>
      <vt:lpstr>Arial</vt:lpstr>
      <vt:lpstr>Calibri</vt:lpstr>
      <vt:lpstr>Calibri Light</vt:lpstr>
      <vt:lpstr>Times New Roman</vt:lpstr>
      <vt:lpstr>Wingdings</vt:lpstr>
      <vt:lpstr>Office Theme</vt:lpstr>
      <vt:lpstr>Linux commands</vt:lpstr>
      <vt:lpstr>Linux commands</vt:lpstr>
      <vt:lpstr>Linux commands</vt:lpstr>
      <vt:lpstr>Linux commands</vt:lpstr>
      <vt:lpstr>            hardware info Commands</vt:lpstr>
      <vt:lpstr>            search Commands</vt:lpstr>
      <vt:lpstr>            file &amp; directory Commands</vt:lpstr>
      <vt:lpstr>            compression Commands</vt:lpstr>
      <vt:lpstr>            copy Commands</vt:lpstr>
      <vt:lpstr>            user &amp; group mgmt Commands</vt:lpstr>
      <vt:lpstr>            package Commands</vt:lpstr>
      <vt:lpstr>            process Commands</vt:lpstr>
      <vt:lpstr>            System mgmt Commands</vt:lpstr>
      <vt:lpstr>            disk usage Commands</vt:lpstr>
      <vt:lpstr>            permission Commands</vt:lpstr>
      <vt:lpstr>            Network Commands</vt:lpstr>
      <vt:lpstr>            General Commands</vt:lpstr>
      <vt:lpstr>            keyboard shortcut Commands</vt:lpstr>
      <vt:lpstr>tput command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Linux Evolution</dc:title>
  <dc:creator>Sreekantha BA</dc:creator>
  <cp:lastModifiedBy>Sreekantha BA</cp:lastModifiedBy>
  <cp:revision>86</cp:revision>
  <dcterms:created xsi:type="dcterms:W3CDTF">2026-02-23T08:36:44Z</dcterms:created>
  <dcterms:modified xsi:type="dcterms:W3CDTF">2026-09-09T08:29:20Z</dcterms:modified>
</cp:coreProperties>
</file>