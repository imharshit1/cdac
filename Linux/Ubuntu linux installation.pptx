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3" r:id="rId3"/>
    <p:sldId id="274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45A5E-37A5-4B58-8A8C-FB8E99911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9A55D-69E8-4A6F-B910-771D4F7C5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1BCAD-B4C2-47BB-9D85-49B39AD71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A5C95-0C71-49E1-B1C3-2C05113BF0FE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DE81-1CB2-4BBC-972F-C06A2E12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45B17-0B5C-43C7-8029-80BA7241A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0F28-FA95-4B6C-AD21-B9E9C6145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299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BFE9A-8F8E-4603-87F3-628C95F7A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A346B-4B08-4533-9852-F0173F6EF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B4EC2-97B3-4723-9CDE-AB442F3A9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A5C95-0C71-49E1-B1C3-2C05113BF0FE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3EFEF-1EB1-4882-99D4-D9CAA97B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4FF62-7E9B-4433-A69A-606F5F6B2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0F28-FA95-4B6C-AD21-B9E9C6145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44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E0347-5BC2-4C25-8868-BEF1D1E36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F99AAB-EB73-4072-ADE5-78CA53E4A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3814F-AEC2-410D-9798-9277364F7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A5C95-0C71-49E1-B1C3-2C05113BF0FE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F50CB-07A7-42FE-ABE8-BC233A3B5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792B4-E3D1-4647-91D1-B0833A81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0F28-FA95-4B6C-AD21-B9E9C6145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586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CDEAD-643D-4F15-85E2-EE4E3F4F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538C4-E953-413C-B666-C0A076B85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02A3B-BF8B-4380-A903-AC99A880F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DE97C-6F12-41FD-AE2F-2C1F521B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A5C95-0C71-49E1-B1C3-2C05113BF0FE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D6F46-89B7-49E3-A0C4-CDFA671EE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F0DB6-CA18-4558-AB7E-36568534B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0F28-FA95-4B6C-AD21-B9E9C6145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68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D4A03-FBCA-48F6-AFEC-450A46962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99EDB-51D0-4F13-A65A-202C7533E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15416-4D2F-454C-B28D-913170ACC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A99E2A-419A-4787-BFA0-F7CB7140CA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C4D104-44A7-429D-9D02-FEE42D7C7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A9E45E-E3A1-43CB-A10C-AE3B84FE1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A5C95-0C71-49E1-B1C3-2C05113BF0FE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067376-A186-4DF3-89D9-CD5A899FF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0D9D5F-4B01-4F83-9A74-DAF7D45E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0F28-FA95-4B6C-AD21-B9E9C6145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93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FB311-18DD-449C-A90E-B4639E486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BA957D-3D3B-4158-AEC9-A15B6929E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A5C95-0C71-49E1-B1C3-2C05113BF0FE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5A7A1-B841-4FA1-BDD1-1DF584A5C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4A86E-BEDF-4B55-A631-06C4CDC01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0F28-FA95-4B6C-AD21-B9E9C6145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9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4E4252-A32A-4DA2-8F2F-026EAD38A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A5C95-0C71-49E1-B1C3-2C05113BF0FE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012ECE-BFA8-4EC9-8FF7-C24D3490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3E4A9-090A-497D-8302-DB68EC125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0F28-FA95-4B6C-AD21-B9E9C6145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7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650E-4B58-4468-8553-63226B6A1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EAA71-2151-46E5-96A3-08267E393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19DB8-E976-4365-A9B5-38F1E174BC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41919-8B10-41EC-B8EB-A76C3178A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A5C95-0C71-49E1-B1C3-2C05113BF0FE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947A0A-2D49-4AAD-930D-8C527FE9B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A9784-191B-4A86-A285-8A724C09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0F28-FA95-4B6C-AD21-B9E9C6145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17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E6F8-8685-4891-A218-0C05AC04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CF1050-0D20-4EF4-9956-1B74B834E8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FD1A5-769D-4C44-9CCD-B6787E5A1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2FC85-8F5A-4590-B4B4-840F1C351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A5C95-0C71-49E1-B1C3-2C05113BF0FE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F21B9-25E2-4C51-8054-BAAAC364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F9432-4C4D-4722-A00A-7C2A21EE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0F28-FA95-4B6C-AD21-B9E9C6145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68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C8219-71D7-44BE-8F98-BE446E6C5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8FAEA2-51C4-4B5D-A2E0-51902CCE8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44360-3470-4F4A-B617-243EBBBB8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A5C95-0C71-49E1-B1C3-2C05113BF0FE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0B134-F087-41CE-A9FB-3421E355F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7C4AC-CD25-495B-BC32-51B2805E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0F28-FA95-4B6C-AD21-B9E9C6145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92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7425E5-514F-464D-96E9-03E295F430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EC5320-9364-4AF4-B2BA-D3E288197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B6831-777F-4907-9ACA-EF92DE14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A5C95-0C71-49E1-B1C3-2C05113BF0FE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C594B-ECCC-4073-8746-411A78839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0AA41-E8D1-4D5B-B462-4C2B108F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D0F28-FA95-4B6C-AD21-B9E9C6145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316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0B7F06-4CB1-46DE-B5A8-B382684F1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F7D3C-67B6-4877-A511-8FB3D3A98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082A8-29E5-44EE-AE45-E9A9F51A81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A5C95-0C71-49E1-B1C3-2C05113BF0FE}" type="datetimeFigureOut">
              <a:rPr lang="en-US" smtClean="0"/>
              <a:t>09-Sep-26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FFDA8-FE81-445C-88B4-88CE7D504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80ACC-E2A6-44E5-9B2F-BD60AB9ED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D0F28-FA95-4B6C-AD21-B9E9C61452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008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Ubuntu: The Flagship Distro of the Linux World">
            <a:extLst>
              <a:ext uri="{FF2B5EF4-FFF2-40B4-BE49-F238E27FC236}">
                <a16:creationId xmlns:a16="http://schemas.microsoft.com/office/drawing/2014/main" id="{DF9BDED2-03E2-4D2A-818D-B9FA3D71A1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496" y="1249251"/>
            <a:ext cx="8178084" cy="4662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8183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55155-4A40-46DB-B57B-D2516314E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Ubuntu images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17764-B1E9-451F-BCC6-92692484B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 algn="ctr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https://ubuntu.com/download/</a:t>
            </a:r>
          </a:p>
        </p:txBody>
      </p:sp>
    </p:spTree>
    <p:extLst>
      <p:ext uri="{BB962C8B-B14F-4D97-AF65-F5344CB8AC3E}">
        <p14:creationId xmlns:p14="http://schemas.microsoft.com/office/powerpoint/2010/main" val="872714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B3799-929F-45EA-B0A2-9C7A1A86F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Ubuntu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C9EDF-9503-4E3E-B8C4-F09F9587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laptop or desktop </a:t>
            </a:r>
          </a:p>
          <a:p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GB RAM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GB HDD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port</a:t>
            </a:r>
          </a:p>
        </p:txBody>
      </p:sp>
    </p:spTree>
    <p:extLst>
      <p:ext uri="{BB962C8B-B14F-4D97-AF65-F5344CB8AC3E}">
        <p14:creationId xmlns:p14="http://schemas.microsoft.com/office/powerpoint/2010/main" val="2718999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8601182F-325E-487F-B1F2-3DDAE4231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4254" y="965915"/>
            <a:ext cx="9002332" cy="494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228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F11DB07-B488-489C-B67C-1AECB6A8C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707" y="838200"/>
            <a:ext cx="9324303" cy="529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8056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Screenshot from 2024-04-12 14-50-14">
            <a:extLst>
              <a:ext uri="{FF2B5EF4-FFF2-40B4-BE49-F238E27FC236}">
                <a16:creationId xmlns:a16="http://schemas.microsoft.com/office/drawing/2014/main" id="{0BA14DC7-EEEF-4CE7-827E-CFA9B105E4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710" y="798490"/>
            <a:ext cx="8976575" cy="533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340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BEC7A1-297F-4427-8526-E61D36CE62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1376" y="772732"/>
            <a:ext cx="8834906" cy="540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43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creenshot from 2024-04-12 14-50-26">
            <a:extLst>
              <a:ext uri="{FF2B5EF4-FFF2-40B4-BE49-F238E27FC236}">
                <a16:creationId xmlns:a16="http://schemas.microsoft.com/office/drawing/2014/main" id="{041D84C7-F93A-4F9E-A1CA-46886D4E0E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465" y="888642"/>
            <a:ext cx="9182635" cy="5288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285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creenshot from 2024-04-12 14-50-35">
            <a:extLst>
              <a:ext uri="{FF2B5EF4-FFF2-40B4-BE49-F238E27FC236}">
                <a16:creationId xmlns:a16="http://schemas.microsoft.com/office/drawing/2014/main" id="{0C57C3C5-8EEF-46DD-9323-FFF773CA5E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466" y="888642"/>
            <a:ext cx="9131120" cy="5288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516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Screenshot from 2024-04-12 14-50-43">
            <a:extLst>
              <a:ext uri="{FF2B5EF4-FFF2-40B4-BE49-F238E27FC236}">
                <a16:creationId xmlns:a16="http://schemas.microsoft.com/office/drawing/2014/main" id="{0AE47A49-8E7F-4A69-A6C8-8C190E4F4D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676" y="708338"/>
            <a:ext cx="9272789" cy="546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2094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Screenshot from 2024-04-12 14-50-49">
            <a:extLst>
              <a:ext uri="{FF2B5EF4-FFF2-40B4-BE49-F238E27FC236}">
                <a16:creationId xmlns:a16="http://schemas.microsoft.com/office/drawing/2014/main" id="{3ED89D76-591A-4516-AA15-B3D138B109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189" y="798490"/>
            <a:ext cx="9839459" cy="5352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519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Screenshot from 2024-04-12 14-51-06">
            <a:extLst>
              <a:ext uri="{FF2B5EF4-FFF2-40B4-BE49-F238E27FC236}">
                <a16:creationId xmlns:a16="http://schemas.microsoft.com/office/drawing/2014/main" id="{F1970C7D-DB1F-4C59-B102-64726E77A7E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314" y="862885"/>
            <a:ext cx="9646276" cy="531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2181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Screenshot from 2024-04-12 14-51-14">
            <a:extLst>
              <a:ext uri="{FF2B5EF4-FFF2-40B4-BE49-F238E27FC236}">
                <a16:creationId xmlns:a16="http://schemas.microsoft.com/office/drawing/2014/main" id="{9F34B98C-D71C-4D74-9E47-CA84ED89F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555" y="656823"/>
            <a:ext cx="9453093" cy="5434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889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Screenshot from 2024-04-12 14-51-22">
            <a:extLst>
              <a:ext uri="{FF2B5EF4-FFF2-40B4-BE49-F238E27FC236}">
                <a16:creationId xmlns:a16="http://schemas.microsoft.com/office/drawing/2014/main" id="{FCEB8819-98C4-4457-99D8-64D47AD5260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978" y="824248"/>
            <a:ext cx="9543246" cy="5352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057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Screenshot from 2024-04-12 14-51-29">
            <a:extLst>
              <a:ext uri="{FF2B5EF4-FFF2-40B4-BE49-F238E27FC236}">
                <a16:creationId xmlns:a16="http://schemas.microsoft.com/office/drawing/2014/main" id="{35C5C23C-011A-4D81-A801-A14A434B14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403" y="721217"/>
            <a:ext cx="9569003" cy="541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7920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A2BD2-FD32-4E8F-92E3-9272FDCC3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Manual installation</a:t>
            </a:r>
          </a:p>
        </p:txBody>
      </p:sp>
      <p:pic>
        <p:nvPicPr>
          <p:cNvPr id="12290" name="Picture 2" descr="image">
            <a:extLst>
              <a:ext uri="{FF2B5EF4-FFF2-40B4-BE49-F238E27FC236}">
                <a16:creationId xmlns:a16="http://schemas.microsoft.com/office/drawing/2014/main" id="{C71B283F-9869-4817-AD49-777F6CD51F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952" y="1825625"/>
            <a:ext cx="833263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681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Screenshot from 2024-04-12 14-53-04">
            <a:extLst>
              <a:ext uri="{FF2B5EF4-FFF2-40B4-BE49-F238E27FC236}">
                <a16:creationId xmlns:a16="http://schemas.microsoft.com/office/drawing/2014/main" id="{1B6A2EB1-AEEB-495E-B5F2-CFB7A29596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980" y="837127"/>
            <a:ext cx="9272789" cy="5339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439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Screenshot from 2024-04-12 14-53-11">
            <a:extLst>
              <a:ext uri="{FF2B5EF4-FFF2-40B4-BE49-F238E27FC236}">
                <a16:creationId xmlns:a16="http://schemas.microsoft.com/office/drawing/2014/main" id="{A363858C-BFC0-455B-88F8-D065A37BE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313" y="708338"/>
            <a:ext cx="9388698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145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Screenshot from 2024-04-12 14-53-16">
            <a:extLst>
              <a:ext uri="{FF2B5EF4-FFF2-40B4-BE49-F238E27FC236}">
                <a16:creationId xmlns:a16="http://schemas.microsoft.com/office/drawing/2014/main" id="{9B0482AA-1B40-445D-A34A-7667D2A454B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462" y="759854"/>
            <a:ext cx="9633397" cy="541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1093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Screenshot from 2024-04-12 14-59-20">
            <a:extLst>
              <a:ext uri="{FF2B5EF4-FFF2-40B4-BE49-F238E27FC236}">
                <a16:creationId xmlns:a16="http://schemas.microsoft.com/office/drawing/2014/main" id="{D0BB1213-44BD-492A-A0E9-D66ADD8BA2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314" y="888642"/>
            <a:ext cx="9607638" cy="5288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4836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Ubuntu - Linux Desktop">
            <a:extLst>
              <a:ext uri="{FF2B5EF4-FFF2-40B4-BE49-F238E27FC236}">
                <a16:creationId xmlns:a16="http://schemas.microsoft.com/office/drawing/2014/main" id="{843C7BCE-2E69-4400-8903-12B6429CAA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648" y="824248"/>
            <a:ext cx="9066727" cy="5352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7734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26</Words>
  <Application>Microsoft Office PowerPoint</Application>
  <PresentationFormat>Widescreen</PresentationFormat>
  <Paragraphs>12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Ubuntu images </vt:lpstr>
      <vt:lpstr>Ubuntu requirement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Manual installation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Sreekantha BA</dc:creator>
  <cp:lastModifiedBy>Sreekantha BA</cp:lastModifiedBy>
  <cp:revision>11</cp:revision>
  <dcterms:created xsi:type="dcterms:W3CDTF">2026-03-10T09:16:25Z</dcterms:created>
  <dcterms:modified xsi:type="dcterms:W3CDTF">2026-09-09T08:26:38Z</dcterms:modified>
</cp:coreProperties>
</file>