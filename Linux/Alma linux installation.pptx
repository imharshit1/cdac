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0"/>
  </p:notesMasterIdLst>
  <p:sldIdLst>
    <p:sldId id="256" r:id="rId3"/>
    <p:sldId id="277" r:id="rId4"/>
    <p:sldId id="257" r:id="rId5"/>
    <p:sldId id="280" r:id="rId6"/>
    <p:sldId id="279" r:id="rId7"/>
    <p:sldId id="261" r:id="rId8"/>
    <p:sldId id="262" r:id="rId9"/>
    <p:sldId id="286" r:id="rId10"/>
    <p:sldId id="263" r:id="rId11"/>
    <p:sldId id="281" r:id="rId12"/>
    <p:sldId id="264" r:id="rId13"/>
    <p:sldId id="275" r:id="rId14"/>
    <p:sldId id="265" r:id="rId15"/>
    <p:sldId id="282" r:id="rId16"/>
    <p:sldId id="283" r:id="rId17"/>
    <p:sldId id="284" r:id="rId18"/>
    <p:sldId id="266" r:id="rId19"/>
    <p:sldId id="267" r:id="rId20"/>
    <p:sldId id="268" r:id="rId21"/>
    <p:sldId id="269" r:id="rId22"/>
    <p:sldId id="270" r:id="rId23"/>
    <p:sldId id="271" r:id="rId24"/>
    <p:sldId id="285" r:id="rId25"/>
    <p:sldId id="272" r:id="rId26"/>
    <p:sldId id="273" r:id="rId27"/>
    <p:sldId id="274" r:id="rId28"/>
    <p:sldId id="27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F1480F-3B15-C025-630A-7C5421F8131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benefits and production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41246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minimum vs recommended requirements for lab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website during live demo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website during live demo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6187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BIOS/UEFI boot selection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installer options before selecting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flow visually step-by-step.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9649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configuration item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Server with GUI for beginners.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purpose of each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 of hostname and IP addressing.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security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updating system and checking OS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basic firewall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to deploy a simple web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Allow students 20 minutes hands-on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test using browser with server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common student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6DA0-0369-467E-BB54-1234C4CBA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61DF5-963B-40D2-AB45-7D33A91FA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C64C-B040-4B9F-9083-944AB145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96D1-2A3F-4676-A322-E3806C75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E5F8-232B-49AF-AC18-36BD8B3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1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E8E4-02EB-415A-87CD-4BEFE879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A798-9D2A-44B6-9B08-C925EE786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2E65-9C0D-48D4-93AF-46ABA680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2251-A8C6-485B-9C07-637D7BE6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634E-986B-47B1-9BC6-1434363F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2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0F63-B39A-48EA-A6AB-E8C0B205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4B09E-72AB-411B-A655-8A38CBB06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62E8-F356-4425-80C3-15BAA225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4FCBB-3A97-4F9E-803B-EB5B4920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ADFCA-C700-4ADC-B359-29A1127B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9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E560-EC0B-458E-AD9D-C3EF60BB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4360-B8CF-4D53-B327-5222F889F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88356-0072-4130-96B4-112C39FB5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2CD3A-4D31-4ACD-AA7E-1BDE2B04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F41CE-BC37-4C54-B0AB-5483CD6C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17BC0-280B-4DE4-9147-4193492B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7D1A-7625-4867-AA29-A81FBFF8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C2F2B-4540-4A09-9A2C-AB77AF1B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89F04-B829-4C6F-91EA-372EF6BC2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B6A9D-C4D9-42F4-A9A7-93B61D3F5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737F4-AB15-48C0-AD14-7ED3DA855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DA52E-E4ED-41AC-81AD-7057DBB7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68675-F7A6-4BBF-AFCF-9B1596DB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44BB0-E58B-4F14-B86F-60798A29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7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AAF-2EE1-46B7-9DFD-F66C1435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E6101-61D5-4B7B-80E0-821BDC27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2887B-437C-4A8D-A468-6C34A62C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5E2A-A6A3-44E2-85F1-10B84C71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5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0F6B2-E940-4A37-8C06-C88D781A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1410C-055E-4B1A-BE50-86BF2EC3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39C0E-0CFC-4C1D-AF65-3F1BB7AF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41B0-ED37-462A-9BD5-77033786A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4E20-11B6-4EDC-BB50-7890CE3D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5B42E-3AEC-40E1-BFA5-26161B95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D7F59-7B88-4697-9282-A7648FF5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B5B3-93BD-41F8-90EB-ABD376AE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4876-BF48-47F1-94CB-B3259F68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9354-C234-410F-B41C-84166440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C1D4D-16C3-4632-9FED-8FFEB4254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3B8C-9E29-4CFB-A774-C571937C8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D94D1-55E9-4305-A488-B90F265D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A9B9-E3C3-408A-BE90-AB8262C0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2D6E-9532-4695-9214-840BA7B1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0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DE7A-5ABD-499B-B2F2-623746B9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3C3ED-4CAE-4721-947A-DA03473FA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5F8A-EF71-4D98-A83B-9573EE69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5E65-2179-42AA-BD67-783E642E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4607-C4DD-4C65-A24A-191422D0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18E5B-2D0C-4624-89A7-7958185DD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9DCF1-D46C-4F3A-8797-C25315C65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CB81B-1F15-43D3-ACD6-6D33F1E8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5C6AC-8033-48C6-909A-A6790778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2F59-EDEE-4CF5-AE83-ED1EC96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86076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952398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56226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33032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0569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312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4252309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976441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9207261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3118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28577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49714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0580823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3722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78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870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803337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93712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776791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93061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791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790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28615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923287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299562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202814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2294811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566878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410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80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745387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287401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7235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078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1448789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3350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21853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3352041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4931936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488240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27452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7722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34472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40139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7933915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006941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56937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3689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433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134536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25807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70157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355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460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203250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957425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435258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3739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09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72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396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567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06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498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33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470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63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141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7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428C1-4402-43DF-BE1B-FAC75225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BCA76-B870-47F2-A74A-7D730A95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62B7-0189-4809-8A92-84A406195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0616-DB42-4665-BB54-2B274359D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2C70-6973-444D-B30F-229699B5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 smtClean="0"/>
              <a:t>‹#›</a:t>
            </a:fld>
            <a:endParaRPr/>
          </a:p>
        </p:txBody>
      </p:sp>
      <p:sp>
        <p:nvSpPr>
          <p:cNvPr id="7" name="Shape 1058">
            <a:extLst>
              <a:ext uri="{FF2B5EF4-FFF2-40B4-BE49-F238E27FC236}">
                <a16:creationId xmlns:a16="http://schemas.microsoft.com/office/drawing/2014/main" id="{97739066-5E49-4B48-80A6-CB1E4AAAD29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59">
            <a:extLst>
              <a:ext uri="{FF2B5EF4-FFF2-40B4-BE49-F238E27FC236}">
                <a16:creationId xmlns:a16="http://schemas.microsoft.com/office/drawing/2014/main" id="{F5676268-D941-4E14-99A1-467AF438B6DB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9" name="Shape 1060">
            <a:extLst>
              <a:ext uri="{FF2B5EF4-FFF2-40B4-BE49-F238E27FC236}">
                <a16:creationId xmlns:a16="http://schemas.microsoft.com/office/drawing/2014/main" id="{13889FDF-7470-4C85-AFA5-8AB85345987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061">
            <a:extLst>
              <a:ext uri="{FF2B5EF4-FFF2-40B4-BE49-F238E27FC236}">
                <a16:creationId xmlns:a16="http://schemas.microsoft.com/office/drawing/2014/main" id="{3D56EE19-2605-4F22-9954-BAE178CC4CE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062">
            <a:extLst>
              <a:ext uri="{FF2B5EF4-FFF2-40B4-BE49-F238E27FC236}">
                <a16:creationId xmlns:a16="http://schemas.microsoft.com/office/drawing/2014/main" id="{E1F897B8-70B3-471B-9227-C875780F758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063">
            <a:extLst>
              <a:ext uri="{FF2B5EF4-FFF2-40B4-BE49-F238E27FC236}">
                <a16:creationId xmlns:a16="http://schemas.microsoft.com/office/drawing/2014/main" id="{B5E07724-007E-43FF-91DC-7F732467497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064">
            <a:extLst>
              <a:ext uri="{FF2B5EF4-FFF2-40B4-BE49-F238E27FC236}">
                <a16:creationId xmlns:a16="http://schemas.microsoft.com/office/drawing/2014/main" id="{5945EFFB-8DE0-4A6A-AB88-70E17BAFE2E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5">
            <a:extLst>
              <a:ext uri="{FF2B5EF4-FFF2-40B4-BE49-F238E27FC236}">
                <a16:creationId xmlns:a16="http://schemas.microsoft.com/office/drawing/2014/main" id="{3478AD50-9B99-49F3-A2CF-3F2629FE54A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6">
            <a:extLst>
              <a:ext uri="{FF2B5EF4-FFF2-40B4-BE49-F238E27FC236}">
                <a16:creationId xmlns:a16="http://schemas.microsoft.com/office/drawing/2014/main" id="{E1091768-3752-48C0-B328-1EA0F3E4A79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7">
            <a:extLst>
              <a:ext uri="{FF2B5EF4-FFF2-40B4-BE49-F238E27FC236}">
                <a16:creationId xmlns:a16="http://schemas.microsoft.com/office/drawing/2014/main" id="{E226A6B0-7915-41C3-983B-70C68280B56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8">
            <a:extLst>
              <a:ext uri="{FF2B5EF4-FFF2-40B4-BE49-F238E27FC236}">
                <a16:creationId xmlns:a16="http://schemas.microsoft.com/office/drawing/2014/main" id="{2295DA0F-DCCD-4CDC-BC87-D43441E6592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069">
            <a:extLst>
              <a:ext uri="{FF2B5EF4-FFF2-40B4-BE49-F238E27FC236}">
                <a16:creationId xmlns:a16="http://schemas.microsoft.com/office/drawing/2014/main" id="{F9BAFDCB-9EC5-4796-889C-2F526F765D1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070">
            <a:extLst>
              <a:ext uri="{FF2B5EF4-FFF2-40B4-BE49-F238E27FC236}">
                <a16:creationId xmlns:a16="http://schemas.microsoft.com/office/drawing/2014/main" id="{451142E9-7B2C-4129-B708-1AB0FE99D4B0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6944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1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lmalinux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B445D9-4D3E-4BD7-AE33-66BF30B7C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102" y="968189"/>
            <a:ext cx="4577851" cy="42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Advantages of </a:t>
            </a:r>
            <a:r>
              <a:rPr dirty="0" err="1">
                <a:latin typeface="Algerian" panose="04020705040A02060702" pitchFamily="82" charset="0"/>
              </a:rPr>
              <a:t>AlmaLinux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&amp; Stable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Ready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Term Support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Installation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RHEL Compatible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Servers &amp; Labs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&amp; Powerful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34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BC26-59A2-4592-AF2C-F0DA01F2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23" y="427878"/>
            <a:ext cx="8189259" cy="1325563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AlmaLinux</a:t>
            </a:r>
            <a:r>
              <a:rPr lang="en-US" dirty="0">
                <a:latin typeface="Algerian" panose="04020705040A02060702" pitchFamily="82" charset="0"/>
              </a:rPr>
              <a:t>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E8D1-9E5C-4F05-B328-E89949EA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871" y="2141537"/>
            <a:ext cx="8108576" cy="4351338"/>
          </a:xfrm>
        </p:spPr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Practical Approach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Session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69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2664-EA3C-4858-A3D3-2FAF0BAB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341" y="427878"/>
            <a:ext cx="9300882" cy="13255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Supported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67F25-88FC-4DD5-9DE8-14E394BFC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530" y="1696011"/>
            <a:ext cx="7821706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b="1" i="0" dirty="0">
              <a:solidFill>
                <a:srgbClr val="58585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i="0" dirty="0">
                <a:solidFill>
                  <a:srgbClr val="5858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Supported Architectures</a:t>
            </a:r>
          </a:p>
          <a:p>
            <a:pPr marL="0" indent="0" algn="l">
              <a:buNone/>
            </a:pPr>
            <a:r>
              <a:rPr lang="en-US" sz="1600" b="0" i="0" dirty="0" err="1">
                <a:solidFill>
                  <a:srgbClr val="52525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AlmaLinux</a:t>
            </a:r>
            <a:r>
              <a:rPr lang="en-US" sz="1600" b="0" i="0" dirty="0">
                <a:solidFill>
                  <a:srgbClr val="52525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available for: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x86_64 (most common for PCs and servers)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ARM64 (used in ARM-based systems)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ppc64le (Power architecture)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s390x (IBM Z systems)</a:t>
            </a:r>
          </a:p>
          <a:p>
            <a:pPr marL="0" indent="0" algn="l">
              <a:buNone/>
            </a:pPr>
            <a:r>
              <a:rPr lang="en-US" sz="2000" b="0" i="0" dirty="0">
                <a:solidFill>
                  <a:srgbClr val="52525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supports both: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5656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UEFI firmware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63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3EC9-0C85-4220-A1FF-04D5FADC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0435" y="338231"/>
            <a:ext cx="8135471" cy="1325563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AlmaLinux</a:t>
            </a:r>
            <a:r>
              <a:rPr lang="en-US" dirty="0">
                <a:latin typeface="Algerian" panose="04020705040A02060702" pitchFamily="82" charset="0"/>
              </a:rPr>
              <a:t>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4906-66A2-4C34-BD68-45B5B669F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318" y="1762872"/>
            <a:ext cx="6862482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&amp; Open Source Linux Distribution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RHEL Compatible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Grade OS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Driven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26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Core CPU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GB RAM (4 GB Recommended)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GB Disk Space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Bootable USB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Downloading </a:t>
            </a:r>
            <a:r>
              <a:rPr dirty="0" err="1">
                <a:latin typeface="Algerian" panose="04020705040A02060702" pitchFamily="82" charset="0"/>
              </a:rPr>
              <a:t>AlmaLinux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https://almalinux.org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AlmaLinux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ISO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x86_64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Downloading </a:t>
            </a:r>
            <a:r>
              <a:rPr dirty="0" err="1">
                <a:latin typeface="Algerian" panose="04020705040A02060702" pitchFamily="82" charset="0"/>
              </a:rPr>
              <a:t>AlmaLinux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AED72-30BB-46DD-95B9-D08F269F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06" y="1536237"/>
            <a:ext cx="9305365" cy="458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8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lang="en-US" dirty="0">
                <a:latin typeface="Algerian" panose="04020705040A02060702" pitchFamily="82" charset="0"/>
              </a:rPr>
              <a:t>Creating Bootable USB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Rufus /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Balena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Etcher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ISO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from USB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1A1B-6AF6-41B3-8ABE-7FEE7E01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Rufus download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https://rufus.ie/en/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735D1-1B0E-418C-85E7-C36BAEC10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9481" y="1600200"/>
            <a:ext cx="4433038" cy="4525963"/>
          </a:xfrm>
        </p:spPr>
      </p:pic>
    </p:spTree>
    <p:extLst>
      <p:ext uri="{BB962C8B-B14F-4D97-AF65-F5344CB8AC3E}">
        <p14:creationId xmlns:p14="http://schemas.microsoft.com/office/powerpoint/2010/main" val="188813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Boot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AlmaLinux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Media &amp; Install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t>Installation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4258" y="1555377"/>
            <a:ext cx="8390965" cy="4525963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 →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USB →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Installer → Partition 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→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→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Reboot 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27787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Installation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&amp; Keyboard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Destination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&amp; Hostname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BFFB-B65D-4CDB-9898-082794A4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Installation screen</a:t>
            </a:r>
          </a:p>
        </p:txBody>
      </p:sp>
      <p:pic>
        <p:nvPicPr>
          <p:cNvPr id="1026" name="Picture 2" descr="installation-guide-welcome-menu">
            <a:extLst>
              <a:ext uri="{FF2B5EF4-FFF2-40B4-BE49-F238E27FC236}">
                <a16:creationId xmlns:a16="http://schemas.microsoft.com/office/drawing/2014/main" id="{3D0A812B-2312-4C19-B2AD-CD2ECEF04B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97" y="1600200"/>
            <a:ext cx="604860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3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C7A0-606B-4527-981A-D43621DB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Installation screen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C52FF9-C580-46F6-AC08-28DB2869C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986" y="1600200"/>
            <a:ext cx="861002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99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C7A0-606B-4527-981A-D43621DB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Installation screen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CB193-5144-405B-A38E-3365A2C7B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229" y="1600200"/>
            <a:ext cx="862354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28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Software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with GUI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 and desktops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Install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servers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selection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advanced users</a:t>
            </a:r>
            <a:endParaRPr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Disk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Partitioning</a:t>
            </a: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Partitioning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dirty="0"/>
              <a:t> </a:t>
            </a:r>
            <a:r>
              <a:rPr lang="en-US" dirty="0"/>
              <a:t>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/home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home directory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boot files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and system files</a:t>
            </a:r>
          </a:p>
          <a:p>
            <a:pPr marL="0" indent="0">
              <a:buNone/>
              <a:defRPr sz="2000">
                <a:solidFill>
                  <a:srgbClr val="282828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/var             -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files and others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Network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Ethernet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Hostname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Static IP (Optional)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User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Strong Root Password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Standard User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Wheel Group (Optional)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Post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-release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Firewall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firewalld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--add-port=80/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--reload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2618-0C63-43C9-B6D0-F435023A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Algerian" panose="04020705040A02060702" pitchFamily="82" charset="0"/>
              </a:rPr>
              <a:t>Virtualbox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https://www.virtualbox.org/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8D28B-462E-4083-9376-E617BD19A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775" y="1600200"/>
            <a:ext cx="10148450" cy="4525963"/>
          </a:xfrm>
        </p:spPr>
      </p:pic>
    </p:spTree>
    <p:extLst>
      <p:ext uri="{BB962C8B-B14F-4D97-AF65-F5344CB8AC3E}">
        <p14:creationId xmlns:p14="http://schemas.microsoft.com/office/powerpoint/2010/main" val="1318400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Installing Apache (Example 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httpd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httpd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httpd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t>Lab 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AlmaLinux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 Account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IP Address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Lab 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Apache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&amp; Enable Service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Port 80 in Firewall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via Browser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Not Booting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Network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Not Detected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2000">
                <a:solidFill>
                  <a:srgbClr val="28282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RAM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540</Words>
  <Application>Microsoft Office PowerPoint</Application>
  <PresentationFormat>Widescreen</PresentationFormat>
  <Paragraphs>187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Advantages of AlmaLinux</vt:lpstr>
      <vt:lpstr>AlmaLinux Installation</vt:lpstr>
      <vt:lpstr>Supported Architecture</vt:lpstr>
      <vt:lpstr>AlmaLinux Installation</vt:lpstr>
      <vt:lpstr>System Requirements</vt:lpstr>
      <vt:lpstr>Downloading AlmaLinux</vt:lpstr>
      <vt:lpstr>Downloading AlmaLinux</vt:lpstr>
      <vt:lpstr>Creating Bootable USB</vt:lpstr>
      <vt:lpstr>Rufus download https://rufus.ie/en/</vt:lpstr>
      <vt:lpstr>Boot Menu</vt:lpstr>
      <vt:lpstr>Installation Flow Diagram</vt:lpstr>
      <vt:lpstr>Installation Screen</vt:lpstr>
      <vt:lpstr>Installation screen</vt:lpstr>
      <vt:lpstr>Installation screen</vt:lpstr>
      <vt:lpstr>Installation screen</vt:lpstr>
      <vt:lpstr>Software Selection</vt:lpstr>
      <vt:lpstr>Disk Partitioning</vt:lpstr>
      <vt:lpstr>Network Configuration</vt:lpstr>
      <vt:lpstr>User Creation</vt:lpstr>
      <vt:lpstr>Post Installation</vt:lpstr>
      <vt:lpstr>Firewall Configuration</vt:lpstr>
      <vt:lpstr>Virtualbox https://www.virtualbox.org/</vt:lpstr>
      <vt:lpstr>Installing Apache (Example Lab)</vt:lpstr>
      <vt:lpstr>Lab Exercise 1</vt:lpstr>
      <vt:lpstr>Lab Exercise 2</vt:lpstr>
      <vt:lpstr>Troubleshooting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Evolution</dc:title>
  <dc:creator>Sreekantha BA</dc:creator>
  <cp:lastModifiedBy>Sreekantha BA</cp:lastModifiedBy>
  <cp:revision>80</cp:revision>
  <dcterms:created xsi:type="dcterms:W3CDTF">2026-02-23T08:36:44Z</dcterms:created>
  <dcterms:modified xsi:type="dcterms:W3CDTF">2026-09-09T08:26:02Z</dcterms:modified>
</cp:coreProperties>
</file>